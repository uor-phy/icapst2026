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"/>
  </p:notesMasterIdLst>
  <p:sldIdLst>
    <p:sldId id="256" r:id="rId2"/>
  </p:sldIdLst>
  <p:sldSz cx="21383625" cy="30275213"/>
  <p:notesSz cx="20212050" cy="27298650"/>
  <p:defaultTextStyle>
    <a:defPPr>
      <a:defRPr lang="en-US"/>
    </a:defPPr>
    <a:lvl1pPr marL="0" algn="l" defTabSz="1292687" rtl="0" eaLnBrk="1" latinLnBrk="0" hangingPunct="1">
      <a:defRPr sz="2545" kern="1200">
        <a:solidFill>
          <a:schemeClr val="tx1"/>
        </a:solidFill>
        <a:latin typeface="+mn-lt"/>
        <a:ea typeface="+mn-ea"/>
        <a:cs typeface="+mn-cs"/>
      </a:defRPr>
    </a:lvl1pPr>
    <a:lvl2pPr marL="646344" algn="l" defTabSz="1292687" rtl="0" eaLnBrk="1" latinLnBrk="0" hangingPunct="1">
      <a:defRPr sz="2545" kern="1200">
        <a:solidFill>
          <a:schemeClr val="tx1"/>
        </a:solidFill>
        <a:latin typeface="+mn-lt"/>
        <a:ea typeface="+mn-ea"/>
        <a:cs typeface="+mn-cs"/>
      </a:defRPr>
    </a:lvl2pPr>
    <a:lvl3pPr marL="1292687" algn="l" defTabSz="1292687" rtl="0" eaLnBrk="1" latinLnBrk="0" hangingPunct="1">
      <a:defRPr sz="2545" kern="1200">
        <a:solidFill>
          <a:schemeClr val="tx1"/>
        </a:solidFill>
        <a:latin typeface="+mn-lt"/>
        <a:ea typeface="+mn-ea"/>
        <a:cs typeface="+mn-cs"/>
      </a:defRPr>
    </a:lvl3pPr>
    <a:lvl4pPr marL="1939031" algn="l" defTabSz="1292687" rtl="0" eaLnBrk="1" latinLnBrk="0" hangingPunct="1">
      <a:defRPr sz="2545" kern="1200">
        <a:solidFill>
          <a:schemeClr val="tx1"/>
        </a:solidFill>
        <a:latin typeface="+mn-lt"/>
        <a:ea typeface="+mn-ea"/>
        <a:cs typeface="+mn-cs"/>
      </a:defRPr>
    </a:lvl4pPr>
    <a:lvl5pPr marL="2585375" algn="l" defTabSz="1292687" rtl="0" eaLnBrk="1" latinLnBrk="0" hangingPunct="1">
      <a:defRPr sz="2545" kern="1200">
        <a:solidFill>
          <a:schemeClr val="tx1"/>
        </a:solidFill>
        <a:latin typeface="+mn-lt"/>
        <a:ea typeface="+mn-ea"/>
        <a:cs typeface="+mn-cs"/>
      </a:defRPr>
    </a:lvl5pPr>
    <a:lvl6pPr marL="3231718" algn="l" defTabSz="1292687" rtl="0" eaLnBrk="1" latinLnBrk="0" hangingPunct="1">
      <a:defRPr sz="2545" kern="1200">
        <a:solidFill>
          <a:schemeClr val="tx1"/>
        </a:solidFill>
        <a:latin typeface="+mn-lt"/>
        <a:ea typeface="+mn-ea"/>
        <a:cs typeface="+mn-cs"/>
      </a:defRPr>
    </a:lvl6pPr>
    <a:lvl7pPr marL="3878062" algn="l" defTabSz="1292687" rtl="0" eaLnBrk="1" latinLnBrk="0" hangingPunct="1">
      <a:defRPr sz="2545" kern="1200">
        <a:solidFill>
          <a:schemeClr val="tx1"/>
        </a:solidFill>
        <a:latin typeface="+mn-lt"/>
        <a:ea typeface="+mn-ea"/>
        <a:cs typeface="+mn-cs"/>
      </a:defRPr>
    </a:lvl7pPr>
    <a:lvl8pPr marL="4524405" algn="l" defTabSz="1292687" rtl="0" eaLnBrk="1" latinLnBrk="0" hangingPunct="1">
      <a:defRPr sz="2545" kern="1200">
        <a:solidFill>
          <a:schemeClr val="tx1"/>
        </a:solidFill>
        <a:latin typeface="+mn-lt"/>
        <a:ea typeface="+mn-ea"/>
        <a:cs typeface="+mn-cs"/>
      </a:defRPr>
    </a:lvl8pPr>
    <a:lvl9pPr marL="5170749" algn="l" defTabSz="1292687" rtl="0" eaLnBrk="1" latinLnBrk="0" hangingPunct="1">
      <a:defRPr sz="2545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9535" userDrawn="1">
          <p15:clr>
            <a:srgbClr val="A4A3A4"/>
          </p15:clr>
        </p15:guide>
        <p15:guide id="2" pos="6735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5858"/>
    <p:restoredTop sz="94715"/>
  </p:normalViewPr>
  <p:slideViewPr>
    <p:cSldViewPr>
      <p:cViewPr>
        <p:scale>
          <a:sx n="63" d="100"/>
          <a:sy n="63" d="100"/>
        </p:scale>
        <p:origin x="1096" y="144"/>
      </p:cViewPr>
      <p:guideLst>
        <p:guide orient="horz" pos="9535"/>
        <p:guide pos="6735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2363788" y="812800"/>
            <a:ext cx="2832100" cy="4008438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r>
              <a:rPr lang="en-US" sz="2430" b="0" strike="noStrike" spc="-1">
                <a:solidFill>
                  <a:srgbClr val="000000"/>
                </a:solidFill>
                <a:latin typeface="Times New Roman"/>
              </a:rPr>
              <a:t>Click to move the slide</a:t>
            </a:r>
          </a:p>
        </p:txBody>
      </p:sp>
      <p:sp>
        <p:nvSpPr>
          <p:cNvPr id="55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</p:spPr>
        <p:txBody>
          <a:bodyPr lIns="0" tIns="0" rIns="0" bIns="0">
            <a:noAutofit/>
          </a:bodyPr>
          <a:lstStyle/>
          <a:p>
            <a:r>
              <a:rPr lang="en-IN" sz="2000" b="0" strike="noStrike" spc="-1">
                <a:latin typeface="Arial"/>
              </a:rPr>
              <a:t>Click to edit the notes format</a:t>
            </a:r>
          </a:p>
        </p:txBody>
      </p:sp>
      <p:sp>
        <p:nvSpPr>
          <p:cNvPr id="56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</p:spPr>
        <p:txBody>
          <a:bodyPr lIns="0" tIns="0" rIns="0" bIns="0">
            <a:noAutofit/>
          </a:bodyPr>
          <a:lstStyle/>
          <a:p>
            <a:r>
              <a:rPr lang="en-IN" sz="1400" b="0" strike="noStrike" spc="-1">
                <a:latin typeface="Times New Roman"/>
              </a:rPr>
              <a:t>&lt;header&gt;</a:t>
            </a:r>
          </a:p>
        </p:txBody>
      </p:sp>
      <p:sp>
        <p:nvSpPr>
          <p:cNvPr id="57" name="PlaceHolder 4"/>
          <p:cNvSpPr>
            <a:spLocks noGrp="1"/>
          </p:cNvSpPr>
          <p:nvPr>
            <p:ph type="dt"/>
          </p:nvPr>
        </p:nvSpPr>
        <p:spPr>
          <a:xfrm>
            <a:off x="4278960" y="0"/>
            <a:ext cx="3280680" cy="534240"/>
          </a:xfrm>
          <a:prstGeom prst="rect">
            <a:avLst/>
          </a:prstGeom>
        </p:spPr>
        <p:txBody>
          <a:bodyPr lIns="0" tIns="0" rIns="0" bIns="0">
            <a:noAutofit/>
          </a:bodyPr>
          <a:lstStyle/>
          <a:p>
            <a:pPr algn="r"/>
            <a:r>
              <a:rPr lang="en-IN" sz="1400" b="0" strike="noStrike" spc="-1">
                <a:latin typeface="Times New Roman"/>
              </a:rPr>
              <a:t>&lt;date/time&gt;</a:t>
            </a:r>
          </a:p>
        </p:txBody>
      </p:sp>
      <p:sp>
        <p:nvSpPr>
          <p:cNvPr id="58" name="PlaceHolder 5"/>
          <p:cNvSpPr>
            <a:spLocks noGrp="1"/>
          </p:cNvSpPr>
          <p:nvPr>
            <p:ph type="ftr"/>
          </p:nvPr>
        </p:nvSpPr>
        <p:spPr>
          <a:xfrm>
            <a:off x="0" y="10157400"/>
            <a:ext cx="3280680" cy="534240"/>
          </a:xfrm>
          <a:prstGeom prst="rect">
            <a:avLst/>
          </a:prstGeom>
        </p:spPr>
        <p:txBody>
          <a:bodyPr lIns="0" tIns="0" rIns="0" bIns="0" anchor="b">
            <a:noAutofit/>
          </a:bodyPr>
          <a:lstStyle/>
          <a:p>
            <a:r>
              <a:rPr lang="en-IN" sz="1400" b="0" strike="noStrike" spc="-1">
                <a:latin typeface="Times New Roman"/>
              </a:rPr>
              <a:t>&lt;footer&gt;</a:t>
            </a:r>
          </a:p>
        </p:txBody>
      </p:sp>
      <p:sp>
        <p:nvSpPr>
          <p:cNvPr id="59" name="PlaceHolder 6"/>
          <p:cNvSpPr>
            <a:spLocks noGrp="1"/>
          </p:cNvSpPr>
          <p:nvPr>
            <p:ph type="sldNum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</p:spPr>
        <p:txBody>
          <a:bodyPr lIns="0" tIns="0" rIns="0" bIns="0" anchor="b">
            <a:noAutofit/>
          </a:bodyPr>
          <a:lstStyle/>
          <a:p>
            <a:pPr algn="r"/>
            <a:fld id="{90BC15C5-3BCB-439D-A097-7DF6F34E2EAC}" type="slidenum">
              <a:rPr lang="en-IN" sz="1400" b="0" strike="noStrike" spc="-1">
                <a:latin typeface="Times New Roman"/>
              </a:rPr>
              <a:pPr algn="r"/>
              <a:t>‹#›</a:t>
            </a:fld>
            <a:endParaRPr lang="en-IN" sz="1400" b="0" strike="noStrike" spc="-1"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1292687" rtl="0" eaLnBrk="1" latinLnBrk="0" hangingPunct="1">
      <a:defRPr sz="1696" kern="1200">
        <a:solidFill>
          <a:schemeClr val="tx1"/>
        </a:solidFill>
        <a:latin typeface="+mn-lt"/>
        <a:ea typeface="+mn-ea"/>
        <a:cs typeface="+mn-cs"/>
      </a:defRPr>
    </a:lvl1pPr>
    <a:lvl2pPr marL="646344" algn="l" defTabSz="1292687" rtl="0" eaLnBrk="1" latinLnBrk="0" hangingPunct="1">
      <a:defRPr sz="1696" kern="1200">
        <a:solidFill>
          <a:schemeClr val="tx1"/>
        </a:solidFill>
        <a:latin typeface="+mn-lt"/>
        <a:ea typeface="+mn-ea"/>
        <a:cs typeface="+mn-cs"/>
      </a:defRPr>
    </a:lvl2pPr>
    <a:lvl3pPr marL="1292687" algn="l" defTabSz="1292687" rtl="0" eaLnBrk="1" latinLnBrk="0" hangingPunct="1">
      <a:defRPr sz="1696" kern="1200">
        <a:solidFill>
          <a:schemeClr val="tx1"/>
        </a:solidFill>
        <a:latin typeface="+mn-lt"/>
        <a:ea typeface="+mn-ea"/>
        <a:cs typeface="+mn-cs"/>
      </a:defRPr>
    </a:lvl3pPr>
    <a:lvl4pPr marL="1939031" algn="l" defTabSz="1292687" rtl="0" eaLnBrk="1" latinLnBrk="0" hangingPunct="1">
      <a:defRPr sz="1696" kern="1200">
        <a:solidFill>
          <a:schemeClr val="tx1"/>
        </a:solidFill>
        <a:latin typeface="+mn-lt"/>
        <a:ea typeface="+mn-ea"/>
        <a:cs typeface="+mn-cs"/>
      </a:defRPr>
    </a:lvl4pPr>
    <a:lvl5pPr marL="2585375" algn="l" defTabSz="1292687" rtl="0" eaLnBrk="1" latinLnBrk="0" hangingPunct="1">
      <a:defRPr sz="1696" kern="1200">
        <a:solidFill>
          <a:schemeClr val="tx1"/>
        </a:solidFill>
        <a:latin typeface="+mn-lt"/>
        <a:ea typeface="+mn-ea"/>
        <a:cs typeface="+mn-cs"/>
      </a:defRPr>
    </a:lvl5pPr>
    <a:lvl6pPr marL="3231718" algn="l" defTabSz="1292687" rtl="0" eaLnBrk="1" latinLnBrk="0" hangingPunct="1">
      <a:defRPr sz="1696" kern="1200">
        <a:solidFill>
          <a:schemeClr val="tx1"/>
        </a:solidFill>
        <a:latin typeface="+mn-lt"/>
        <a:ea typeface="+mn-ea"/>
        <a:cs typeface="+mn-cs"/>
      </a:defRPr>
    </a:lvl6pPr>
    <a:lvl7pPr marL="3878062" algn="l" defTabSz="1292687" rtl="0" eaLnBrk="1" latinLnBrk="0" hangingPunct="1">
      <a:defRPr sz="1696" kern="1200">
        <a:solidFill>
          <a:schemeClr val="tx1"/>
        </a:solidFill>
        <a:latin typeface="+mn-lt"/>
        <a:ea typeface="+mn-ea"/>
        <a:cs typeface="+mn-cs"/>
      </a:defRPr>
    </a:lvl7pPr>
    <a:lvl8pPr marL="4524405" algn="l" defTabSz="1292687" rtl="0" eaLnBrk="1" latinLnBrk="0" hangingPunct="1">
      <a:defRPr sz="1696" kern="1200">
        <a:solidFill>
          <a:schemeClr val="tx1"/>
        </a:solidFill>
        <a:latin typeface="+mn-lt"/>
        <a:ea typeface="+mn-ea"/>
        <a:cs typeface="+mn-cs"/>
      </a:defRPr>
    </a:lvl8pPr>
    <a:lvl9pPr marL="5170749" algn="l" defTabSz="1292687" rtl="0" eaLnBrk="1" latinLnBrk="0" hangingPunct="1">
      <a:defRPr sz="1696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3238" y="3414713"/>
            <a:ext cx="6505575" cy="9212262"/>
          </a:xfrm>
          <a:prstGeom prst="rect">
            <a:avLst/>
          </a:prstGeom>
        </p:spPr>
      </p:sp>
      <p:sp>
        <p:nvSpPr>
          <p:cNvPr id="84" name="PlaceHolder 2"/>
          <p:cNvSpPr>
            <a:spLocks noGrp="1"/>
          </p:cNvSpPr>
          <p:nvPr>
            <p:ph type="body"/>
          </p:nvPr>
        </p:nvSpPr>
        <p:spPr>
          <a:xfrm>
            <a:off x="2020320" y="13135680"/>
            <a:ext cx="16171200" cy="10752480"/>
          </a:xfrm>
          <a:prstGeom prst="rect">
            <a:avLst/>
          </a:prstGeom>
        </p:spPr>
        <p:txBody>
          <a:bodyPr lIns="260640" tIns="130320" rIns="260640" bIns="130320">
            <a:noAutofit/>
          </a:bodyPr>
          <a:lstStyle/>
          <a:p>
            <a:endParaRPr lang="en-IN" sz="2000" b="0" strike="noStrike" spc="-1">
              <a:latin typeface="Arial"/>
            </a:endParaRPr>
          </a:p>
        </p:txBody>
      </p:sp>
      <p:sp>
        <p:nvSpPr>
          <p:cNvPr id="85" name="TextShape 3"/>
          <p:cNvSpPr txBox="1"/>
          <p:nvPr/>
        </p:nvSpPr>
        <p:spPr>
          <a:xfrm>
            <a:off x="11446560" y="25929360"/>
            <a:ext cx="8760240" cy="1369080"/>
          </a:xfrm>
          <a:prstGeom prst="rect">
            <a:avLst/>
          </a:prstGeom>
          <a:noFill/>
          <a:ln>
            <a:noFill/>
          </a:ln>
        </p:spPr>
        <p:txBody>
          <a:bodyPr lIns="260640" tIns="130320" rIns="260640" bIns="130320" anchor="b">
            <a:noAutofit/>
          </a:bodyPr>
          <a:lstStyle/>
          <a:p>
            <a:pPr algn="r">
              <a:lnSpc>
                <a:spcPct val="100000"/>
              </a:lnSpc>
            </a:pPr>
            <a:fld id="{CF0BD793-420D-4D9A-943C-46D25747FDEC}" type="slidenum">
              <a:rPr lang="en-IN" sz="3400" b="0" strike="noStrike" spc="-1">
                <a:solidFill>
                  <a:srgbClr val="000000"/>
                </a:solidFill>
                <a:latin typeface="+mn-lt"/>
                <a:ea typeface="+mn-ea"/>
              </a:rPr>
              <a:pPr algn="r">
                <a:lnSpc>
                  <a:spcPct val="100000"/>
                </a:lnSpc>
              </a:pPr>
              <a:t>1</a:t>
            </a:fld>
            <a:endParaRPr lang="en-IN" sz="3400" b="0" strike="noStrike" spc="-1">
              <a:latin typeface="Times New Roman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title"/>
          </p:nvPr>
        </p:nvSpPr>
        <p:spPr>
          <a:xfrm>
            <a:off x="339607" y="560724"/>
            <a:ext cx="20704312" cy="3082964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435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9" name="PlaceHolder 2"/>
          <p:cNvSpPr>
            <a:spLocks noGrp="1"/>
          </p:cNvSpPr>
          <p:nvPr>
            <p:ph type="subTitle"/>
          </p:nvPr>
        </p:nvSpPr>
        <p:spPr>
          <a:xfrm>
            <a:off x="339607" y="3924558"/>
            <a:ext cx="6618007" cy="980504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IN" sz="4523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PlaceHolder 1"/>
          <p:cNvSpPr>
            <a:spLocks noGrp="1"/>
          </p:cNvSpPr>
          <p:nvPr>
            <p:ph type="title"/>
          </p:nvPr>
        </p:nvSpPr>
        <p:spPr>
          <a:xfrm>
            <a:off x="339607" y="560724"/>
            <a:ext cx="20704312" cy="3082964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435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1" name="PlaceHolder 2"/>
          <p:cNvSpPr>
            <a:spLocks noGrp="1"/>
          </p:cNvSpPr>
          <p:nvPr>
            <p:ph type="body"/>
          </p:nvPr>
        </p:nvSpPr>
        <p:spPr>
          <a:xfrm>
            <a:off x="339607" y="3924558"/>
            <a:ext cx="6618007" cy="980504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915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339607" y="560724"/>
            <a:ext cx="20704312" cy="3082964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435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 type="body"/>
          </p:nvPr>
        </p:nvSpPr>
        <p:spPr>
          <a:xfrm>
            <a:off x="339607" y="3924558"/>
            <a:ext cx="3229575" cy="980504"/>
          </a:xfrm>
          <a:prstGeom prst="rect">
            <a:avLst/>
          </a:prstGeom>
        </p:spPr>
        <p:txBody>
          <a:bodyPr lIns="0" tIns="0" rIns="0" bIns="0">
            <a:normAutofit fontScale="82000"/>
          </a:bodyPr>
          <a:lstStyle/>
          <a:p>
            <a:endParaRPr lang="en-US" sz="3915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4" name="PlaceHolder 3"/>
          <p:cNvSpPr>
            <a:spLocks noGrp="1"/>
          </p:cNvSpPr>
          <p:nvPr>
            <p:ph type="body"/>
          </p:nvPr>
        </p:nvSpPr>
        <p:spPr>
          <a:xfrm>
            <a:off x="3731094" y="3924558"/>
            <a:ext cx="3229575" cy="980504"/>
          </a:xfrm>
          <a:prstGeom prst="rect">
            <a:avLst/>
          </a:prstGeom>
        </p:spPr>
        <p:txBody>
          <a:bodyPr lIns="0" tIns="0" rIns="0" bIns="0">
            <a:normAutofit fontScale="82000"/>
          </a:bodyPr>
          <a:lstStyle/>
          <a:p>
            <a:endParaRPr lang="en-US" sz="3915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PlaceHolder 1"/>
          <p:cNvSpPr>
            <a:spLocks noGrp="1"/>
          </p:cNvSpPr>
          <p:nvPr>
            <p:ph type="title"/>
          </p:nvPr>
        </p:nvSpPr>
        <p:spPr>
          <a:xfrm>
            <a:off x="339607" y="560724"/>
            <a:ext cx="20704312" cy="3082964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435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subTitle"/>
          </p:nvPr>
        </p:nvSpPr>
        <p:spPr>
          <a:xfrm>
            <a:off x="339607" y="560724"/>
            <a:ext cx="20704312" cy="14292861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IN" sz="4523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339607" y="560724"/>
            <a:ext cx="20704312" cy="3082964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435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8" name="PlaceHolder 2"/>
          <p:cNvSpPr>
            <a:spLocks noGrp="1"/>
          </p:cNvSpPr>
          <p:nvPr>
            <p:ph type="body"/>
          </p:nvPr>
        </p:nvSpPr>
        <p:spPr>
          <a:xfrm>
            <a:off x="339607" y="3924558"/>
            <a:ext cx="3229575" cy="467609"/>
          </a:xfrm>
          <a:prstGeom prst="rect">
            <a:avLst/>
          </a:prstGeom>
        </p:spPr>
        <p:txBody>
          <a:bodyPr lIns="0" tIns="0" rIns="0" bIns="0">
            <a:normAutofit fontScale="27000"/>
          </a:bodyPr>
          <a:lstStyle/>
          <a:p>
            <a:endParaRPr lang="en-US" sz="3915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9" name="PlaceHolder 3"/>
          <p:cNvSpPr>
            <a:spLocks noGrp="1"/>
          </p:cNvSpPr>
          <p:nvPr>
            <p:ph type="body"/>
          </p:nvPr>
        </p:nvSpPr>
        <p:spPr>
          <a:xfrm>
            <a:off x="3731094" y="3924558"/>
            <a:ext cx="3229575" cy="980504"/>
          </a:xfrm>
          <a:prstGeom prst="rect">
            <a:avLst/>
          </a:prstGeom>
        </p:spPr>
        <p:txBody>
          <a:bodyPr lIns="0" tIns="0" rIns="0" bIns="0">
            <a:normAutofit fontScale="82000"/>
          </a:bodyPr>
          <a:lstStyle/>
          <a:p>
            <a:endParaRPr lang="en-US" sz="3915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0" name="PlaceHolder 4"/>
          <p:cNvSpPr>
            <a:spLocks noGrp="1"/>
          </p:cNvSpPr>
          <p:nvPr>
            <p:ph type="body"/>
          </p:nvPr>
        </p:nvSpPr>
        <p:spPr>
          <a:xfrm>
            <a:off x="339607" y="4436944"/>
            <a:ext cx="3229575" cy="467609"/>
          </a:xfrm>
          <a:prstGeom prst="rect">
            <a:avLst/>
          </a:prstGeom>
        </p:spPr>
        <p:txBody>
          <a:bodyPr lIns="0" tIns="0" rIns="0" bIns="0">
            <a:normAutofit fontScale="27000"/>
          </a:bodyPr>
          <a:lstStyle/>
          <a:p>
            <a:endParaRPr lang="en-US" sz="3915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339607" y="560724"/>
            <a:ext cx="20704312" cy="3082964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435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 type="body"/>
          </p:nvPr>
        </p:nvSpPr>
        <p:spPr>
          <a:xfrm>
            <a:off x="339607" y="3924558"/>
            <a:ext cx="3229575" cy="980504"/>
          </a:xfrm>
          <a:prstGeom prst="rect">
            <a:avLst/>
          </a:prstGeom>
        </p:spPr>
        <p:txBody>
          <a:bodyPr lIns="0" tIns="0" rIns="0" bIns="0">
            <a:normAutofit fontScale="82000"/>
          </a:bodyPr>
          <a:lstStyle/>
          <a:p>
            <a:endParaRPr lang="en-US" sz="3915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 type="body"/>
          </p:nvPr>
        </p:nvSpPr>
        <p:spPr>
          <a:xfrm>
            <a:off x="3731094" y="3924558"/>
            <a:ext cx="3229575" cy="467609"/>
          </a:xfrm>
          <a:prstGeom prst="rect">
            <a:avLst/>
          </a:prstGeom>
        </p:spPr>
        <p:txBody>
          <a:bodyPr lIns="0" tIns="0" rIns="0" bIns="0">
            <a:normAutofit fontScale="27000"/>
          </a:bodyPr>
          <a:lstStyle/>
          <a:p>
            <a:endParaRPr lang="en-US" sz="3915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4" name="PlaceHolder 4"/>
          <p:cNvSpPr>
            <a:spLocks noGrp="1"/>
          </p:cNvSpPr>
          <p:nvPr>
            <p:ph type="body"/>
          </p:nvPr>
        </p:nvSpPr>
        <p:spPr>
          <a:xfrm>
            <a:off x="3731094" y="4436944"/>
            <a:ext cx="3229575" cy="467609"/>
          </a:xfrm>
          <a:prstGeom prst="rect">
            <a:avLst/>
          </a:prstGeom>
        </p:spPr>
        <p:txBody>
          <a:bodyPr lIns="0" tIns="0" rIns="0" bIns="0">
            <a:normAutofit fontScale="27000"/>
          </a:bodyPr>
          <a:lstStyle/>
          <a:p>
            <a:endParaRPr lang="en-US" sz="3915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PlaceHolder 1"/>
          <p:cNvSpPr>
            <a:spLocks noGrp="1"/>
          </p:cNvSpPr>
          <p:nvPr>
            <p:ph type="title"/>
          </p:nvPr>
        </p:nvSpPr>
        <p:spPr>
          <a:xfrm>
            <a:off x="339607" y="560724"/>
            <a:ext cx="20704312" cy="3082964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435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6" name="PlaceHolder 2"/>
          <p:cNvSpPr>
            <a:spLocks noGrp="1"/>
          </p:cNvSpPr>
          <p:nvPr>
            <p:ph type="body"/>
          </p:nvPr>
        </p:nvSpPr>
        <p:spPr>
          <a:xfrm>
            <a:off x="339607" y="3924558"/>
            <a:ext cx="3229575" cy="467609"/>
          </a:xfrm>
          <a:prstGeom prst="rect">
            <a:avLst/>
          </a:prstGeom>
        </p:spPr>
        <p:txBody>
          <a:bodyPr lIns="0" tIns="0" rIns="0" bIns="0">
            <a:normAutofit fontScale="27000"/>
          </a:bodyPr>
          <a:lstStyle/>
          <a:p>
            <a:endParaRPr lang="en-US" sz="3915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7" name="PlaceHolder 3"/>
          <p:cNvSpPr>
            <a:spLocks noGrp="1"/>
          </p:cNvSpPr>
          <p:nvPr>
            <p:ph type="body"/>
          </p:nvPr>
        </p:nvSpPr>
        <p:spPr>
          <a:xfrm>
            <a:off x="3731094" y="3924558"/>
            <a:ext cx="3229575" cy="467609"/>
          </a:xfrm>
          <a:prstGeom prst="rect">
            <a:avLst/>
          </a:prstGeom>
        </p:spPr>
        <p:txBody>
          <a:bodyPr lIns="0" tIns="0" rIns="0" bIns="0">
            <a:normAutofit fontScale="27000"/>
          </a:bodyPr>
          <a:lstStyle/>
          <a:p>
            <a:endParaRPr lang="en-US" sz="3915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8" name="PlaceHolder 4"/>
          <p:cNvSpPr>
            <a:spLocks noGrp="1"/>
          </p:cNvSpPr>
          <p:nvPr>
            <p:ph type="body"/>
          </p:nvPr>
        </p:nvSpPr>
        <p:spPr>
          <a:xfrm>
            <a:off x="339607" y="4436944"/>
            <a:ext cx="6618007" cy="467609"/>
          </a:xfrm>
          <a:prstGeom prst="rect">
            <a:avLst/>
          </a:prstGeom>
        </p:spPr>
        <p:txBody>
          <a:bodyPr lIns="0" tIns="0" rIns="0" bIns="0">
            <a:normAutofit fontScale="77000"/>
          </a:bodyPr>
          <a:lstStyle/>
          <a:p>
            <a:endParaRPr lang="en-US" sz="3915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laceHolder 1"/>
          <p:cNvSpPr>
            <a:spLocks noGrp="1"/>
          </p:cNvSpPr>
          <p:nvPr>
            <p:ph type="title"/>
          </p:nvPr>
        </p:nvSpPr>
        <p:spPr>
          <a:xfrm>
            <a:off x="339607" y="560724"/>
            <a:ext cx="20704312" cy="3082964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435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0" name="PlaceHolder 2"/>
          <p:cNvSpPr>
            <a:spLocks noGrp="1"/>
          </p:cNvSpPr>
          <p:nvPr>
            <p:ph type="body"/>
          </p:nvPr>
        </p:nvSpPr>
        <p:spPr>
          <a:xfrm>
            <a:off x="339607" y="3924558"/>
            <a:ext cx="6618007" cy="467609"/>
          </a:xfrm>
          <a:prstGeom prst="rect">
            <a:avLst/>
          </a:prstGeom>
        </p:spPr>
        <p:txBody>
          <a:bodyPr lIns="0" tIns="0" rIns="0" bIns="0">
            <a:normAutofit fontScale="77000"/>
          </a:bodyPr>
          <a:lstStyle/>
          <a:p>
            <a:endParaRPr lang="en-US" sz="3915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1" name="PlaceHolder 3"/>
          <p:cNvSpPr>
            <a:spLocks noGrp="1"/>
          </p:cNvSpPr>
          <p:nvPr>
            <p:ph type="body"/>
          </p:nvPr>
        </p:nvSpPr>
        <p:spPr>
          <a:xfrm>
            <a:off x="339607" y="4436944"/>
            <a:ext cx="6618007" cy="467609"/>
          </a:xfrm>
          <a:prstGeom prst="rect">
            <a:avLst/>
          </a:prstGeom>
        </p:spPr>
        <p:txBody>
          <a:bodyPr lIns="0" tIns="0" rIns="0" bIns="0">
            <a:normAutofit fontScale="77000"/>
          </a:bodyPr>
          <a:lstStyle/>
          <a:p>
            <a:endParaRPr lang="en-US" sz="3915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PlaceHolder 1"/>
          <p:cNvSpPr>
            <a:spLocks noGrp="1"/>
          </p:cNvSpPr>
          <p:nvPr>
            <p:ph type="title"/>
          </p:nvPr>
        </p:nvSpPr>
        <p:spPr>
          <a:xfrm>
            <a:off x="339607" y="560724"/>
            <a:ext cx="20704312" cy="3082964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435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3" name="PlaceHolder 2"/>
          <p:cNvSpPr>
            <a:spLocks noGrp="1"/>
          </p:cNvSpPr>
          <p:nvPr>
            <p:ph type="body"/>
          </p:nvPr>
        </p:nvSpPr>
        <p:spPr>
          <a:xfrm>
            <a:off x="339607" y="3924558"/>
            <a:ext cx="3229575" cy="467609"/>
          </a:xfrm>
          <a:prstGeom prst="rect">
            <a:avLst/>
          </a:prstGeom>
        </p:spPr>
        <p:txBody>
          <a:bodyPr lIns="0" tIns="0" rIns="0" bIns="0">
            <a:normAutofit fontScale="27000"/>
          </a:bodyPr>
          <a:lstStyle/>
          <a:p>
            <a:endParaRPr lang="en-US" sz="3915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4" name="PlaceHolder 3"/>
          <p:cNvSpPr>
            <a:spLocks noGrp="1"/>
          </p:cNvSpPr>
          <p:nvPr>
            <p:ph type="body"/>
          </p:nvPr>
        </p:nvSpPr>
        <p:spPr>
          <a:xfrm>
            <a:off x="3731094" y="3924558"/>
            <a:ext cx="3229575" cy="467609"/>
          </a:xfrm>
          <a:prstGeom prst="rect">
            <a:avLst/>
          </a:prstGeom>
        </p:spPr>
        <p:txBody>
          <a:bodyPr lIns="0" tIns="0" rIns="0" bIns="0">
            <a:normAutofit fontScale="27000"/>
          </a:bodyPr>
          <a:lstStyle/>
          <a:p>
            <a:endParaRPr lang="en-US" sz="3915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5" name="PlaceHolder 4"/>
          <p:cNvSpPr>
            <a:spLocks noGrp="1"/>
          </p:cNvSpPr>
          <p:nvPr>
            <p:ph type="body"/>
          </p:nvPr>
        </p:nvSpPr>
        <p:spPr>
          <a:xfrm>
            <a:off x="339607" y="4436944"/>
            <a:ext cx="3229575" cy="467609"/>
          </a:xfrm>
          <a:prstGeom prst="rect">
            <a:avLst/>
          </a:prstGeom>
        </p:spPr>
        <p:txBody>
          <a:bodyPr lIns="0" tIns="0" rIns="0" bIns="0">
            <a:normAutofit fontScale="27000"/>
          </a:bodyPr>
          <a:lstStyle/>
          <a:p>
            <a:endParaRPr lang="en-US" sz="3915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6" name="PlaceHolder 5"/>
          <p:cNvSpPr>
            <a:spLocks noGrp="1"/>
          </p:cNvSpPr>
          <p:nvPr>
            <p:ph type="body"/>
          </p:nvPr>
        </p:nvSpPr>
        <p:spPr>
          <a:xfrm>
            <a:off x="3731094" y="4436944"/>
            <a:ext cx="3229575" cy="467609"/>
          </a:xfrm>
          <a:prstGeom prst="rect">
            <a:avLst/>
          </a:prstGeom>
        </p:spPr>
        <p:txBody>
          <a:bodyPr lIns="0" tIns="0" rIns="0" bIns="0">
            <a:normAutofit fontScale="27000"/>
          </a:bodyPr>
          <a:lstStyle/>
          <a:p>
            <a:endParaRPr lang="en-US" sz="3915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339607" y="560724"/>
            <a:ext cx="20704312" cy="3082964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435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 type="body"/>
          </p:nvPr>
        </p:nvSpPr>
        <p:spPr>
          <a:xfrm>
            <a:off x="339607" y="3924558"/>
            <a:ext cx="2130817" cy="467609"/>
          </a:xfrm>
          <a:prstGeom prst="rect">
            <a:avLst/>
          </a:prstGeom>
        </p:spPr>
        <p:txBody>
          <a:bodyPr lIns="0" tIns="0" rIns="0" bIns="0">
            <a:normAutofit fontScale="14000"/>
          </a:bodyPr>
          <a:lstStyle/>
          <a:p>
            <a:endParaRPr lang="en-US" sz="3915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9" name="PlaceHolder 3"/>
          <p:cNvSpPr>
            <a:spLocks noGrp="1"/>
          </p:cNvSpPr>
          <p:nvPr>
            <p:ph type="body"/>
          </p:nvPr>
        </p:nvSpPr>
        <p:spPr>
          <a:xfrm>
            <a:off x="2577347" y="3924558"/>
            <a:ext cx="2130817" cy="467609"/>
          </a:xfrm>
          <a:prstGeom prst="rect">
            <a:avLst/>
          </a:prstGeom>
        </p:spPr>
        <p:txBody>
          <a:bodyPr lIns="0" tIns="0" rIns="0" bIns="0">
            <a:normAutofit fontScale="14000"/>
          </a:bodyPr>
          <a:lstStyle/>
          <a:p>
            <a:endParaRPr lang="en-US" sz="3915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0" name="PlaceHolder 4"/>
          <p:cNvSpPr>
            <a:spLocks noGrp="1"/>
          </p:cNvSpPr>
          <p:nvPr>
            <p:ph type="body"/>
          </p:nvPr>
        </p:nvSpPr>
        <p:spPr>
          <a:xfrm>
            <a:off x="4815596" y="3924558"/>
            <a:ext cx="2130817" cy="467609"/>
          </a:xfrm>
          <a:prstGeom prst="rect">
            <a:avLst/>
          </a:prstGeom>
        </p:spPr>
        <p:txBody>
          <a:bodyPr lIns="0" tIns="0" rIns="0" bIns="0">
            <a:normAutofit fontScale="14000"/>
          </a:bodyPr>
          <a:lstStyle/>
          <a:p>
            <a:endParaRPr lang="en-US" sz="3915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1" name="PlaceHolder 5"/>
          <p:cNvSpPr>
            <a:spLocks noGrp="1"/>
          </p:cNvSpPr>
          <p:nvPr>
            <p:ph type="body"/>
          </p:nvPr>
        </p:nvSpPr>
        <p:spPr>
          <a:xfrm>
            <a:off x="339607" y="4436944"/>
            <a:ext cx="2130817" cy="467609"/>
          </a:xfrm>
          <a:prstGeom prst="rect">
            <a:avLst/>
          </a:prstGeom>
        </p:spPr>
        <p:txBody>
          <a:bodyPr lIns="0" tIns="0" rIns="0" bIns="0">
            <a:normAutofit fontScale="14000"/>
          </a:bodyPr>
          <a:lstStyle/>
          <a:p>
            <a:endParaRPr lang="en-US" sz="3915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2" name="PlaceHolder 6"/>
          <p:cNvSpPr>
            <a:spLocks noGrp="1"/>
          </p:cNvSpPr>
          <p:nvPr>
            <p:ph type="body"/>
          </p:nvPr>
        </p:nvSpPr>
        <p:spPr>
          <a:xfrm>
            <a:off x="2577347" y="4436944"/>
            <a:ext cx="2130817" cy="467609"/>
          </a:xfrm>
          <a:prstGeom prst="rect">
            <a:avLst/>
          </a:prstGeom>
        </p:spPr>
        <p:txBody>
          <a:bodyPr lIns="0" tIns="0" rIns="0" bIns="0">
            <a:normAutofit fontScale="14000"/>
          </a:bodyPr>
          <a:lstStyle/>
          <a:p>
            <a:endParaRPr lang="en-US" sz="3915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3" name="PlaceHolder 7"/>
          <p:cNvSpPr>
            <a:spLocks noGrp="1"/>
          </p:cNvSpPr>
          <p:nvPr>
            <p:ph type="body"/>
          </p:nvPr>
        </p:nvSpPr>
        <p:spPr>
          <a:xfrm>
            <a:off x="4815596" y="4436944"/>
            <a:ext cx="2130817" cy="467609"/>
          </a:xfrm>
          <a:prstGeom prst="rect">
            <a:avLst/>
          </a:prstGeom>
        </p:spPr>
        <p:txBody>
          <a:bodyPr lIns="0" tIns="0" rIns="0" bIns="0">
            <a:normAutofit fontScale="14000"/>
          </a:bodyPr>
          <a:lstStyle/>
          <a:p>
            <a:endParaRPr lang="en-US" sz="3915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title"/>
          </p:nvPr>
        </p:nvSpPr>
        <p:spPr>
          <a:xfrm>
            <a:off x="339607" y="560724"/>
            <a:ext cx="20704312" cy="3082964"/>
          </a:xfrm>
          <a:prstGeom prst="rect">
            <a:avLst/>
          </a:prstGeom>
        </p:spPr>
        <p:txBody>
          <a:bodyPr lIns="110520" tIns="55440" rIns="110520" bIns="55440" anchor="ctr" anchorCtr="1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965" b="1" strike="noStrike" spc="-1">
                <a:solidFill>
                  <a:srgbClr val="FFFFFF"/>
                </a:solidFill>
                <a:latin typeface="Arial"/>
              </a:rPr>
              <a:t>Poster Presentation Title</a:t>
            </a:r>
            <a:br/>
            <a:r>
              <a:rPr lang="en-US" sz="1371" b="1" strike="noStrike" spc="-1">
                <a:solidFill>
                  <a:srgbClr val="FFFFFF"/>
                </a:solidFill>
                <a:latin typeface="Arial"/>
              </a:rPr>
              <a:t>List Author Name(s)</a:t>
            </a:r>
            <a:br/>
            <a:r>
              <a:rPr lang="en-US" sz="1371" b="1" strike="noStrike" spc="-1">
                <a:solidFill>
                  <a:srgbClr val="FFFFFF"/>
                </a:solidFill>
                <a:latin typeface="Arial"/>
              </a:rPr>
              <a:t>List Affiliated Institutions</a:t>
            </a:r>
            <a:endParaRPr lang="en-US" sz="1371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9" name="PlaceHolder 2"/>
          <p:cNvSpPr>
            <a:spLocks noGrp="1"/>
          </p:cNvSpPr>
          <p:nvPr>
            <p:ph type="body"/>
          </p:nvPr>
        </p:nvSpPr>
        <p:spPr>
          <a:xfrm>
            <a:off x="339607" y="3924558"/>
            <a:ext cx="6618007" cy="980504"/>
          </a:xfrm>
          <a:prstGeom prst="rect">
            <a:avLst/>
          </a:prstGeom>
        </p:spPr>
        <p:txBody>
          <a:bodyPr lIns="110520" tIns="55440" rIns="110520" bIns="55440">
            <a:noAutofit/>
          </a:bodyPr>
          <a:lstStyle/>
          <a:p>
            <a:pPr>
              <a:lnSpc>
                <a:spcPct val="100000"/>
              </a:lnSpc>
              <a:spcBef>
                <a:spcPts val="193"/>
              </a:spcBef>
              <a:tabLst>
                <a:tab pos="0" algn="l"/>
              </a:tabLst>
            </a:pPr>
            <a:r>
              <a:rPr lang="en-US" sz="1371" b="1" strike="noStrike" spc="-1">
                <a:solidFill>
                  <a:srgbClr val="FFFFFF"/>
                </a:solidFill>
                <a:latin typeface="Arial"/>
              </a:rPr>
              <a:t>Abstract or Introduction</a:t>
            </a:r>
            <a:endParaRPr lang="en-US" sz="1371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body"/>
          </p:nvPr>
        </p:nvSpPr>
        <p:spPr>
          <a:xfrm>
            <a:off x="339607" y="5185933"/>
            <a:ext cx="6618007" cy="7988534"/>
          </a:xfrm>
          <a:prstGeom prst="rect">
            <a:avLst/>
          </a:prstGeom>
        </p:spPr>
        <p:txBody>
          <a:bodyPr lIns="110520" tIns="55440" rIns="110520" bIns="55440">
            <a:noAutofit/>
          </a:bodyPr>
          <a:lstStyle/>
          <a:p>
            <a:pPr>
              <a:lnSpc>
                <a:spcPct val="100000"/>
              </a:lnSpc>
              <a:spcBef>
                <a:spcPts val="130"/>
              </a:spcBef>
              <a:tabLst>
                <a:tab pos="0" algn="l"/>
              </a:tabLst>
            </a:pPr>
            <a:r>
              <a:rPr lang="en-US" sz="919" b="0" strike="noStrike" spc="-1">
                <a:solidFill>
                  <a:srgbClr val="000000"/>
                </a:solidFill>
                <a:latin typeface="Times New Roman"/>
              </a:rPr>
              <a:t>Any element of this template (colors, fonts, layouts, etc.) can be edited to suit your needs. To change the color of a title bar: right click the text box, select format shape, edit the “Fill” and “Line” your desired specifications.</a:t>
            </a:r>
          </a:p>
        </p:txBody>
      </p:sp>
      <p:sp>
        <p:nvSpPr>
          <p:cNvPr id="3" name="PlaceHolder 4"/>
          <p:cNvSpPr>
            <a:spLocks noGrp="1"/>
          </p:cNvSpPr>
          <p:nvPr>
            <p:ph type="body"/>
          </p:nvPr>
        </p:nvSpPr>
        <p:spPr>
          <a:xfrm>
            <a:off x="339607" y="13455846"/>
            <a:ext cx="6618007" cy="980504"/>
          </a:xfrm>
          <a:prstGeom prst="rect">
            <a:avLst/>
          </a:prstGeom>
        </p:spPr>
        <p:txBody>
          <a:bodyPr lIns="110520" tIns="55440" rIns="110520" bIns="55440">
            <a:noAutofit/>
          </a:bodyPr>
          <a:lstStyle/>
          <a:p>
            <a:pPr>
              <a:lnSpc>
                <a:spcPct val="100000"/>
              </a:lnSpc>
              <a:spcBef>
                <a:spcPts val="193"/>
              </a:spcBef>
              <a:tabLst>
                <a:tab pos="0" algn="l"/>
              </a:tabLst>
            </a:pPr>
            <a:r>
              <a:rPr lang="en-US" sz="1371" b="1" strike="noStrike" spc="-1">
                <a:solidFill>
                  <a:srgbClr val="FFFFFF"/>
                </a:solidFill>
                <a:latin typeface="Arial"/>
              </a:rPr>
              <a:t>Objectives</a:t>
            </a:r>
            <a:endParaRPr lang="en-US" sz="1371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body"/>
          </p:nvPr>
        </p:nvSpPr>
        <p:spPr>
          <a:xfrm>
            <a:off x="339607" y="14717220"/>
            <a:ext cx="6618007" cy="6727160"/>
          </a:xfrm>
          <a:prstGeom prst="rect">
            <a:avLst/>
          </a:prstGeom>
        </p:spPr>
        <p:txBody>
          <a:bodyPr lIns="110520" tIns="55440" rIns="110520" bIns="55440">
            <a:noAutofit/>
          </a:bodyPr>
          <a:lstStyle/>
          <a:p>
            <a:pPr>
              <a:lnSpc>
                <a:spcPct val="100000"/>
              </a:lnSpc>
              <a:spcBef>
                <a:spcPts val="130"/>
              </a:spcBef>
              <a:tabLst>
                <a:tab pos="0" algn="l"/>
              </a:tabLst>
            </a:pPr>
            <a:r>
              <a:rPr lang="en-US" sz="919" b="0" strike="noStrike" spc="-1">
                <a:solidFill>
                  <a:srgbClr val="000000"/>
                </a:solidFill>
                <a:latin typeface="Times New Roman"/>
              </a:rPr>
              <a:t>To change the color of a title bar: right click the text box, select format shape, edit the “Fill” and “Line” your desired specifications.</a:t>
            </a:r>
          </a:p>
        </p:txBody>
      </p:sp>
      <p:sp>
        <p:nvSpPr>
          <p:cNvPr id="5" name="PlaceHolder 6"/>
          <p:cNvSpPr>
            <a:spLocks noGrp="1"/>
          </p:cNvSpPr>
          <p:nvPr>
            <p:ph type="body"/>
          </p:nvPr>
        </p:nvSpPr>
        <p:spPr>
          <a:xfrm>
            <a:off x="339607" y="21725251"/>
            <a:ext cx="6618007" cy="980504"/>
          </a:xfrm>
          <a:prstGeom prst="rect">
            <a:avLst/>
          </a:prstGeom>
        </p:spPr>
        <p:txBody>
          <a:bodyPr lIns="110520" tIns="55440" rIns="110520" bIns="55440">
            <a:noAutofit/>
          </a:bodyPr>
          <a:lstStyle/>
          <a:p>
            <a:pPr>
              <a:lnSpc>
                <a:spcPct val="100000"/>
              </a:lnSpc>
              <a:spcBef>
                <a:spcPts val="193"/>
              </a:spcBef>
              <a:tabLst>
                <a:tab pos="0" algn="l"/>
              </a:tabLst>
            </a:pPr>
            <a:r>
              <a:rPr lang="en-US" sz="1371" b="1" strike="noStrike" spc="-1">
                <a:solidFill>
                  <a:srgbClr val="FFFFFF"/>
                </a:solidFill>
                <a:latin typeface="Arial"/>
              </a:rPr>
              <a:t>Methods</a:t>
            </a:r>
            <a:endParaRPr lang="en-US" sz="1371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" name="PlaceHolder 7"/>
          <p:cNvSpPr>
            <a:spLocks noGrp="1"/>
          </p:cNvSpPr>
          <p:nvPr>
            <p:ph type="body"/>
          </p:nvPr>
        </p:nvSpPr>
        <p:spPr>
          <a:xfrm>
            <a:off x="339607" y="22986625"/>
            <a:ext cx="6618007" cy="6727160"/>
          </a:xfrm>
          <a:prstGeom prst="rect">
            <a:avLst/>
          </a:prstGeom>
        </p:spPr>
        <p:txBody>
          <a:bodyPr lIns="110520" tIns="55440" rIns="110520" bIns="55440">
            <a:noAutofit/>
          </a:bodyPr>
          <a:lstStyle/>
          <a:p>
            <a:pPr>
              <a:lnSpc>
                <a:spcPct val="100000"/>
              </a:lnSpc>
              <a:spcBef>
                <a:spcPts val="130"/>
              </a:spcBef>
              <a:tabLst>
                <a:tab pos="0" algn="l"/>
              </a:tabLst>
            </a:pPr>
            <a:r>
              <a:rPr lang="en-US" sz="919" b="0" strike="noStrike" spc="-1">
                <a:solidFill>
                  <a:srgbClr val="000000"/>
                </a:solidFill>
                <a:latin typeface="Times New Roman"/>
              </a:rPr>
              <a:t>Copy and paste title bars and text boxes to create additional sections.</a:t>
            </a:r>
          </a:p>
        </p:txBody>
      </p:sp>
      <p:sp>
        <p:nvSpPr>
          <p:cNvPr id="7" name="PlaceHolder 8"/>
          <p:cNvSpPr>
            <a:spLocks noGrp="1"/>
          </p:cNvSpPr>
          <p:nvPr>
            <p:ph type="body"/>
          </p:nvPr>
        </p:nvSpPr>
        <p:spPr>
          <a:xfrm>
            <a:off x="7382250" y="3924558"/>
            <a:ext cx="6618007" cy="980504"/>
          </a:xfrm>
          <a:prstGeom prst="rect">
            <a:avLst/>
          </a:prstGeom>
        </p:spPr>
        <p:txBody>
          <a:bodyPr lIns="110520" tIns="55440" rIns="110520" bIns="55440">
            <a:noAutofit/>
          </a:bodyPr>
          <a:lstStyle/>
          <a:p>
            <a:pPr>
              <a:lnSpc>
                <a:spcPct val="100000"/>
              </a:lnSpc>
              <a:spcBef>
                <a:spcPts val="193"/>
              </a:spcBef>
              <a:tabLst>
                <a:tab pos="0" algn="l"/>
              </a:tabLst>
            </a:pPr>
            <a:r>
              <a:rPr lang="en-US" sz="1371" b="1" strike="noStrike" spc="-1">
                <a:solidFill>
                  <a:srgbClr val="FFFFFF"/>
                </a:solidFill>
                <a:latin typeface="Arial"/>
              </a:rPr>
              <a:t>Results</a:t>
            </a:r>
            <a:endParaRPr lang="en-US" sz="1371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" name="PlaceHolder 9"/>
          <p:cNvSpPr>
            <a:spLocks noGrp="1"/>
          </p:cNvSpPr>
          <p:nvPr>
            <p:ph type="body"/>
          </p:nvPr>
        </p:nvSpPr>
        <p:spPr>
          <a:xfrm>
            <a:off x="14425403" y="22986625"/>
            <a:ext cx="6618007" cy="6727160"/>
          </a:xfrm>
          <a:prstGeom prst="rect">
            <a:avLst/>
          </a:prstGeom>
        </p:spPr>
        <p:txBody>
          <a:bodyPr lIns="110520" tIns="55440" rIns="110520" bIns="55440">
            <a:noAutofit/>
          </a:bodyPr>
          <a:lstStyle/>
          <a:p>
            <a:pPr marL="297360" indent="-297000">
              <a:lnSpc>
                <a:spcPct val="100000"/>
              </a:lnSpc>
              <a:spcBef>
                <a:spcPts val="130"/>
              </a:spcBef>
              <a:buClr>
                <a:srgbClr val="000000"/>
              </a:buClr>
              <a:buFont typeface="Arial"/>
              <a:buChar char="•"/>
            </a:pPr>
            <a:r>
              <a:rPr lang="en-US" sz="919" b="0" strike="noStrike" spc="-1">
                <a:solidFill>
                  <a:srgbClr val="000000"/>
                </a:solidFill>
                <a:latin typeface="Times New Roman"/>
              </a:rPr>
              <a:t>Click to edit Master text styles</a:t>
            </a:r>
          </a:p>
          <a:p>
            <a:pPr marL="910286" lvl="1" indent="-349562">
              <a:lnSpc>
                <a:spcPct val="100000"/>
              </a:lnSpc>
              <a:spcBef>
                <a:spcPts val="184"/>
              </a:spcBef>
              <a:buClr>
                <a:srgbClr val="000000"/>
              </a:buClr>
              <a:buFont typeface="Arial"/>
              <a:buChar char="–"/>
            </a:pPr>
            <a:r>
              <a:rPr lang="en-US" sz="919" b="0" strike="noStrike" spc="-1">
                <a:solidFill>
                  <a:srgbClr val="000000"/>
                </a:solidFill>
                <a:latin typeface="Times New Roman"/>
              </a:rPr>
              <a:t>Second level</a:t>
            </a:r>
          </a:p>
          <a:p>
            <a:pPr marL="1400284" lvl="2" indent="-279344">
              <a:lnSpc>
                <a:spcPct val="100000"/>
              </a:lnSpc>
              <a:spcBef>
                <a:spcPts val="184"/>
              </a:spcBef>
              <a:buClr>
                <a:srgbClr val="000000"/>
              </a:buClr>
              <a:buFont typeface="Arial"/>
              <a:buChar char="•"/>
            </a:pPr>
            <a:r>
              <a:rPr lang="en-US" sz="919" b="0" strike="noStrike" spc="-1">
                <a:solidFill>
                  <a:srgbClr val="000000"/>
                </a:solidFill>
                <a:latin typeface="Times New Roman"/>
              </a:rPr>
              <a:t>Third level</a:t>
            </a:r>
          </a:p>
          <a:p>
            <a:pPr marL="1960499" lvl="3" indent="-279344">
              <a:lnSpc>
                <a:spcPct val="100000"/>
              </a:lnSpc>
              <a:spcBef>
                <a:spcPts val="184"/>
              </a:spcBef>
              <a:buClr>
                <a:srgbClr val="000000"/>
              </a:buClr>
              <a:buFont typeface="Arial"/>
              <a:buChar char="–"/>
            </a:pPr>
            <a:r>
              <a:rPr lang="en-US" sz="919" b="0" strike="noStrike" spc="-1">
                <a:solidFill>
                  <a:srgbClr val="000000"/>
                </a:solidFill>
                <a:latin typeface="Times New Roman"/>
              </a:rPr>
              <a:t>Fourth level</a:t>
            </a:r>
          </a:p>
          <a:p>
            <a:pPr marL="2520714" lvl="4" indent="-279344">
              <a:lnSpc>
                <a:spcPct val="100000"/>
              </a:lnSpc>
              <a:spcBef>
                <a:spcPts val="184"/>
              </a:spcBef>
              <a:buClr>
                <a:srgbClr val="000000"/>
              </a:buClr>
              <a:buFont typeface="Arial"/>
              <a:buChar char="»"/>
            </a:pPr>
            <a:r>
              <a:rPr lang="en-US" sz="919" b="0" strike="noStrike" spc="-1">
                <a:solidFill>
                  <a:srgbClr val="000000"/>
                </a:solidFill>
                <a:latin typeface="Times New Roman"/>
              </a:rPr>
              <a:t>Fifth level</a:t>
            </a:r>
          </a:p>
        </p:txBody>
      </p:sp>
      <p:sp>
        <p:nvSpPr>
          <p:cNvPr id="9" name="PlaceHolder 10"/>
          <p:cNvSpPr>
            <a:spLocks noGrp="1"/>
          </p:cNvSpPr>
          <p:nvPr>
            <p:ph type="body"/>
          </p:nvPr>
        </p:nvSpPr>
        <p:spPr>
          <a:xfrm>
            <a:off x="14425403" y="3924558"/>
            <a:ext cx="6618007" cy="980504"/>
          </a:xfrm>
          <a:prstGeom prst="rect">
            <a:avLst/>
          </a:prstGeom>
        </p:spPr>
        <p:txBody>
          <a:bodyPr lIns="110520" tIns="55440" rIns="110520" bIns="55440">
            <a:noAutofit/>
          </a:bodyPr>
          <a:lstStyle/>
          <a:p>
            <a:pPr>
              <a:lnSpc>
                <a:spcPct val="100000"/>
              </a:lnSpc>
              <a:spcBef>
                <a:spcPts val="193"/>
              </a:spcBef>
              <a:tabLst>
                <a:tab pos="0" algn="l"/>
              </a:tabLst>
            </a:pPr>
            <a:r>
              <a:rPr lang="en-US" sz="1371" b="1" strike="noStrike" spc="-1">
                <a:solidFill>
                  <a:srgbClr val="FFFFFF"/>
                </a:solidFill>
                <a:latin typeface="Arial"/>
              </a:rPr>
              <a:t>Conclusion</a:t>
            </a:r>
            <a:endParaRPr lang="en-US" sz="1371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" name="PlaceHolder 11"/>
          <p:cNvSpPr>
            <a:spLocks noGrp="1"/>
          </p:cNvSpPr>
          <p:nvPr>
            <p:ph type="body"/>
          </p:nvPr>
        </p:nvSpPr>
        <p:spPr>
          <a:xfrm>
            <a:off x="14425403" y="5185932"/>
            <a:ext cx="6618007" cy="16258448"/>
          </a:xfrm>
          <a:prstGeom prst="rect">
            <a:avLst/>
          </a:prstGeom>
        </p:spPr>
        <p:txBody>
          <a:bodyPr lIns="110520" tIns="55440" rIns="110520" bIns="55440">
            <a:noAutofit/>
          </a:bodyPr>
          <a:lstStyle/>
          <a:p>
            <a:pPr marL="297360" indent="-297000">
              <a:lnSpc>
                <a:spcPct val="100000"/>
              </a:lnSpc>
              <a:spcBef>
                <a:spcPts val="130"/>
              </a:spcBef>
              <a:buClr>
                <a:srgbClr val="000000"/>
              </a:buClr>
              <a:buFont typeface="Arial"/>
              <a:buChar char="•"/>
            </a:pPr>
            <a:r>
              <a:rPr lang="en-US" sz="919" b="0" strike="noStrike" spc="-1">
                <a:solidFill>
                  <a:srgbClr val="000000"/>
                </a:solidFill>
                <a:latin typeface="Times New Roman"/>
              </a:rPr>
              <a:t>Click to edit Master text styles</a:t>
            </a:r>
          </a:p>
          <a:p>
            <a:pPr marL="910286" lvl="1" indent="-349562">
              <a:lnSpc>
                <a:spcPct val="100000"/>
              </a:lnSpc>
              <a:spcBef>
                <a:spcPts val="184"/>
              </a:spcBef>
              <a:buClr>
                <a:srgbClr val="000000"/>
              </a:buClr>
              <a:buFont typeface="Arial"/>
              <a:buChar char="–"/>
            </a:pPr>
            <a:r>
              <a:rPr lang="en-US" sz="919" b="0" strike="noStrike" spc="-1">
                <a:solidFill>
                  <a:srgbClr val="000000"/>
                </a:solidFill>
                <a:latin typeface="Times New Roman"/>
              </a:rPr>
              <a:t>Second level</a:t>
            </a:r>
          </a:p>
          <a:p>
            <a:pPr marL="1400284" lvl="2" indent="-279344">
              <a:lnSpc>
                <a:spcPct val="100000"/>
              </a:lnSpc>
              <a:spcBef>
                <a:spcPts val="184"/>
              </a:spcBef>
              <a:buClr>
                <a:srgbClr val="000000"/>
              </a:buClr>
              <a:buFont typeface="Arial"/>
              <a:buChar char="•"/>
            </a:pPr>
            <a:r>
              <a:rPr lang="en-US" sz="919" b="0" strike="noStrike" spc="-1">
                <a:solidFill>
                  <a:srgbClr val="000000"/>
                </a:solidFill>
                <a:latin typeface="Times New Roman"/>
              </a:rPr>
              <a:t>Third level</a:t>
            </a:r>
          </a:p>
          <a:p>
            <a:pPr marL="1960499" lvl="3" indent="-279344">
              <a:lnSpc>
                <a:spcPct val="100000"/>
              </a:lnSpc>
              <a:spcBef>
                <a:spcPts val="184"/>
              </a:spcBef>
              <a:buClr>
                <a:srgbClr val="000000"/>
              </a:buClr>
              <a:buFont typeface="Arial"/>
              <a:buChar char="–"/>
            </a:pPr>
            <a:r>
              <a:rPr lang="en-US" sz="919" b="0" strike="noStrike" spc="-1">
                <a:solidFill>
                  <a:srgbClr val="000000"/>
                </a:solidFill>
                <a:latin typeface="Times New Roman"/>
              </a:rPr>
              <a:t>Fourth level</a:t>
            </a:r>
          </a:p>
          <a:p>
            <a:pPr marL="2520714" lvl="4" indent="-279344">
              <a:lnSpc>
                <a:spcPct val="100000"/>
              </a:lnSpc>
              <a:spcBef>
                <a:spcPts val="184"/>
              </a:spcBef>
              <a:buClr>
                <a:srgbClr val="000000"/>
              </a:buClr>
              <a:buFont typeface="Arial"/>
              <a:buChar char="»"/>
            </a:pPr>
            <a:r>
              <a:rPr lang="en-US" sz="919" b="0" strike="noStrike" spc="-1">
                <a:solidFill>
                  <a:srgbClr val="000000"/>
                </a:solidFill>
                <a:latin typeface="Times New Roman"/>
              </a:rPr>
              <a:t>Fifth level</a:t>
            </a:r>
          </a:p>
        </p:txBody>
      </p:sp>
      <p:sp>
        <p:nvSpPr>
          <p:cNvPr id="11" name="PlaceHolder 12"/>
          <p:cNvSpPr>
            <a:spLocks noGrp="1"/>
          </p:cNvSpPr>
          <p:nvPr>
            <p:ph type="body"/>
          </p:nvPr>
        </p:nvSpPr>
        <p:spPr>
          <a:xfrm>
            <a:off x="14425403" y="21725251"/>
            <a:ext cx="6618007" cy="980504"/>
          </a:xfrm>
          <a:prstGeom prst="rect">
            <a:avLst/>
          </a:prstGeom>
        </p:spPr>
        <p:txBody>
          <a:bodyPr lIns="110520" tIns="55440" rIns="110520" bIns="55440">
            <a:noAutofit/>
          </a:bodyPr>
          <a:lstStyle/>
          <a:p>
            <a:pPr>
              <a:lnSpc>
                <a:spcPct val="100000"/>
              </a:lnSpc>
              <a:spcBef>
                <a:spcPts val="193"/>
              </a:spcBef>
              <a:tabLst>
                <a:tab pos="0" algn="l"/>
              </a:tabLst>
            </a:pPr>
            <a:r>
              <a:rPr lang="en-US" sz="1371" b="1" strike="noStrike" spc="-1">
                <a:solidFill>
                  <a:srgbClr val="FFFFFF"/>
                </a:solidFill>
                <a:latin typeface="Arial"/>
              </a:rPr>
              <a:t>References</a:t>
            </a:r>
            <a:endParaRPr lang="en-US" sz="1371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2" name="PlaceHolder 13"/>
          <p:cNvSpPr>
            <a:spLocks noGrp="1"/>
          </p:cNvSpPr>
          <p:nvPr>
            <p:ph type="body"/>
          </p:nvPr>
        </p:nvSpPr>
        <p:spPr>
          <a:xfrm>
            <a:off x="7382250" y="5185932"/>
            <a:ext cx="6618007" cy="24527853"/>
          </a:xfrm>
          <a:prstGeom prst="rect">
            <a:avLst/>
          </a:prstGeom>
        </p:spPr>
        <p:txBody>
          <a:bodyPr lIns="110520" tIns="55440" rIns="110520" bIns="55440">
            <a:noAutofit/>
          </a:bodyPr>
          <a:lstStyle/>
          <a:p>
            <a:pPr>
              <a:lnSpc>
                <a:spcPct val="100000"/>
              </a:lnSpc>
              <a:spcBef>
                <a:spcPts val="130"/>
              </a:spcBef>
              <a:tabLst>
                <a:tab pos="0" algn="l"/>
              </a:tabLst>
            </a:pPr>
            <a:r>
              <a:rPr lang="en-US" sz="919" b="0" strike="noStrike" spc="-1">
                <a:solidFill>
                  <a:srgbClr val="000000"/>
                </a:solidFill>
                <a:latin typeface="Times New Roman"/>
              </a:rPr>
              <a:t>Remember to save all charts, graphs, and tables as 300DPI images prior to inserting them into your posters. Doing so will ensure the best results when printing your posters.</a:t>
            </a:r>
          </a:p>
        </p:txBody>
      </p:sp>
      <p:sp>
        <p:nvSpPr>
          <p:cNvPr id="13" name="PlaceHolder 14"/>
          <p:cNvSpPr>
            <a:spLocks noGrp="1"/>
          </p:cNvSpPr>
          <p:nvPr>
            <p:ph type="body"/>
          </p:nvPr>
        </p:nvSpPr>
        <p:spPr>
          <a:xfrm>
            <a:off x="594185" y="841086"/>
            <a:ext cx="1526958" cy="2522240"/>
          </a:xfrm>
          <a:prstGeom prst="rect">
            <a:avLst/>
          </a:prstGeom>
        </p:spPr>
        <p:txBody>
          <a:bodyPr lIns="110520" tIns="55440" rIns="110520" bIns="55440"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650" b="0" strike="noStrike" spc="-1">
                <a:solidFill>
                  <a:srgbClr val="000000"/>
                </a:solidFill>
                <a:latin typeface="Times New Roman"/>
              </a:rPr>
              <a:t>LOGO</a:t>
            </a:r>
          </a:p>
        </p:txBody>
      </p:sp>
      <p:sp>
        <p:nvSpPr>
          <p:cNvPr id="14" name="PlaceHolder 15"/>
          <p:cNvSpPr>
            <a:spLocks noGrp="1"/>
          </p:cNvSpPr>
          <p:nvPr>
            <p:ph type="body"/>
          </p:nvPr>
        </p:nvSpPr>
        <p:spPr>
          <a:xfrm>
            <a:off x="19346903" y="841086"/>
            <a:ext cx="1526958" cy="2522240"/>
          </a:xfrm>
          <a:prstGeom prst="rect">
            <a:avLst/>
          </a:prstGeom>
        </p:spPr>
        <p:txBody>
          <a:bodyPr lIns="110520" tIns="55440" rIns="110520" bIns="55440"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650" b="0" strike="noStrike" spc="-1">
                <a:solidFill>
                  <a:srgbClr val="000000"/>
                </a:solidFill>
                <a:latin typeface="Times New Roman"/>
              </a:rPr>
              <a:t>LOGO</a:t>
            </a:r>
          </a:p>
        </p:txBody>
      </p:sp>
      <p:sp>
        <p:nvSpPr>
          <p:cNvPr id="15" name="PlaceHolder 16"/>
          <p:cNvSpPr>
            <a:spLocks noGrp="1"/>
          </p:cNvSpPr>
          <p:nvPr>
            <p:ph type="body"/>
          </p:nvPr>
        </p:nvSpPr>
        <p:spPr>
          <a:xfrm>
            <a:off x="7891406" y="14857147"/>
            <a:ext cx="5600205" cy="6166436"/>
          </a:xfrm>
          <a:prstGeom prst="rect">
            <a:avLst/>
          </a:prstGeom>
        </p:spPr>
        <p:txBody>
          <a:bodyPr lIns="110520" tIns="55440" rIns="110520" bIns="55440">
            <a:no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919" b="0" strike="noStrike" spc="-1">
                <a:solidFill>
                  <a:srgbClr val="000000"/>
                </a:solidFill>
                <a:latin typeface="Times New Roman"/>
              </a:rPr>
              <a:t>Click to edit the outline text format</a:t>
            </a:r>
          </a:p>
          <a:p>
            <a:pPr marL="1221178" lvl="1" indent="-457942">
              <a:spcBef>
                <a:spcPts val="1603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919" b="0" strike="noStrike" spc="-1">
                <a:solidFill>
                  <a:srgbClr val="000000"/>
                </a:solidFill>
                <a:latin typeface="Times New Roman"/>
              </a:rPr>
              <a:t>Second Outline Level</a:t>
            </a:r>
          </a:p>
          <a:p>
            <a:pPr marL="1831766" lvl="2" indent="-407059">
              <a:spcBef>
                <a:spcPts val="1201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919" b="0" strike="noStrike" spc="-1">
                <a:solidFill>
                  <a:srgbClr val="000000"/>
                </a:solidFill>
                <a:latin typeface="Times New Roman"/>
              </a:rPr>
              <a:t>Third Outline Level</a:t>
            </a:r>
          </a:p>
          <a:p>
            <a:pPr marL="2442355" lvl="3" indent="-305294">
              <a:spcBef>
                <a:spcPts val="801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919" b="0" strike="noStrike" spc="-1">
                <a:solidFill>
                  <a:srgbClr val="000000"/>
                </a:solidFill>
                <a:latin typeface="Times New Roman"/>
              </a:rPr>
              <a:t>Fourth Outline Level</a:t>
            </a:r>
          </a:p>
          <a:p>
            <a:pPr marL="3052944" lvl="4" indent="-305294"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919" b="0" strike="noStrike" spc="-1">
                <a:solidFill>
                  <a:srgbClr val="000000"/>
                </a:solidFill>
                <a:latin typeface="Times New Roman"/>
              </a:rPr>
              <a:t>Fifth Outline Level</a:t>
            </a:r>
          </a:p>
          <a:p>
            <a:pPr marL="3663533" lvl="5" indent="-305294"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919" b="0" strike="noStrike" spc="-1">
                <a:solidFill>
                  <a:srgbClr val="000000"/>
                </a:solidFill>
                <a:latin typeface="Times New Roman"/>
              </a:rPr>
              <a:t>Sixth Outline Level</a:t>
            </a:r>
          </a:p>
          <a:p>
            <a:pPr marL="4274122" lvl="6" indent="-305294"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919" b="0" strike="noStrike" spc="-1">
                <a:solidFill>
                  <a:srgbClr val="000000"/>
                </a:solidFill>
                <a:latin typeface="Times New Roman"/>
              </a:rPr>
              <a:t>Seventh Outline Level</a:t>
            </a:r>
          </a:p>
        </p:txBody>
      </p:sp>
      <p:sp>
        <p:nvSpPr>
          <p:cNvPr id="16" name="PlaceHolder 17"/>
          <p:cNvSpPr>
            <a:spLocks noGrp="1"/>
          </p:cNvSpPr>
          <p:nvPr>
            <p:ph type="body"/>
          </p:nvPr>
        </p:nvSpPr>
        <p:spPr>
          <a:xfrm>
            <a:off x="7891406" y="22566337"/>
            <a:ext cx="5600205" cy="6166436"/>
          </a:xfrm>
          <a:prstGeom prst="rect">
            <a:avLst/>
          </a:prstGeom>
        </p:spPr>
        <p:txBody>
          <a:bodyPr lIns="110520" tIns="55440" rIns="110520" bIns="55440">
            <a:no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919" b="0" strike="noStrike" spc="-1">
                <a:solidFill>
                  <a:srgbClr val="000000"/>
                </a:solidFill>
                <a:latin typeface="Times New Roman"/>
              </a:rPr>
              <a:t>Click to edit the outline text format</a:t>
            </a:r>
          </a:p>
          <a:p>
            <a:pPr marL="1221178" lvl="1" indent="-457942">
              <a:spcBef>
                <a:spcPts val="1603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919" b="0" strike="noStrike" spc="-1">
                <a:solidFill>
                  <a:srgbClr val="000000"/>
                </a:solidFill>
                <a:latin typeface="Times New Roman"/>
              </a:rPr>
              <a:t>Second Outline Level</a:t>
            </a:r>
          </a:p>
          <a:p>
            <a:pPr marL="1831766" lvl="2" indent="-407059">
              <a:spcBef>
                <a:spcPts val="1201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919" b="0" strike="noStrike" spc="-1">
                <a:solidFill>
                  <a:srgbClr val="000000"/>
                </a:solidFill>
                <a:latin typeface="Times New Roman"/>
              </a:rPr>
              <a:t>Third Outline Level</a:t>
            </a:r>
          </a:p>
          <a:p>
            <a:pPr marL="2442355" lvl="3" indent="-305294">
              <a:spcBef>
                <a:spcPts val="801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919" b="0" strike="noStrike" spc="-1">
                <a:solidFill>
                  <a:srgbClr val="000000"/>
                </a:solidFill>
                <a:latin typeface="Times New Roman"/>
              </a:rPr>
              <a:t>Fourth Outline Level</a:t>
            </a:r>
          </a:p>
          <a:p>
            <a:pPr marL="3052944" lvl="4" indent="-305294"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919" b="0" strike="noStrike" spc="-1">
                <a:solidFill>
                  <a:srgbClr val="000000"/>
                </a:solidFill>
                <a:latin typeface="Times New Roman"/>
              </a:rPr>
              <a:t>Fifth Outline Level</a:t>
            </a:r>
          </a:p>
          <a:p>
            <a:pPr marL="3663533" lvl="5" indent="-305294"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919" b="0" strike="noStrike" spc="-1">
                <a:solidFill>
                  <a:srgbClr val="000000"/>
                </a:solidFill>
                <a:latin typeface="Times New Roman"/>
              </a:rPr>
              <a:t>Sixth Outline Level</a:t>
            </a:r>
          </a:p>
          <a:p>
            <a:pPr marL="4274122" lvl="6" indent="-305294"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919" b="0" strike="noStrike" spc="-1">
                <a:solidFill>
                  <a:srgbClr val="000000"/>
                </a:solidFill>
                <a:latin typeface="Times New Roman"/>
              </a:rPr>
              <a:t>Seventh Outline Level</a:t>
            </a:r>
          </a:p>
        </p:txBody>
      </p:sp>
      <p:pic>
        <p:nvPicPr>
          <p:cNvPr id="17" name="Picture 2" descr="Logo.jpg"/>
          <p:cNvPicPr/>
          <p:nvPr/>
        </p:nvPicPr>
        <p:blipFill>
          <a:blip r:embed="rId14" cstate="print"/>
          <a:stretch/>
        </p:blipFill>
        <p:spPr>
          <a:xfrm>
            <a:off x="19516961" y="29794688"/>
            <a:ext cx="1526958" cy="345491"/>
          </a:xfrm>
          <a:prstGeom prst="rect">
            <a:avLst/>
          </a:prstGeom>
          <a:ln>
            <a:noFill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/>
    <p:bodyStyle>
      <a:lvl1pPr marL="610589" indent="-457942">
        <a:lnSpc>
          <a:spcPct val="100000"/>
        </a:lnSpc>
        <a:spcBef>
          <a:spcPts val="2003"/>
        </a:spcBef>
        <a:buClr>
          <a:srgbClr val="000000"/>
        </a:buClr>
        <a:buSzPct val="45000"/>
        <a:buFont typeface="Wingdings" charset="2"/>
        <a:buChar char=""/>
        <a:tabLst>
          <a:tab pos="0" algn="l"/>
        </a:tabLst>
        <a:defRPr/>
      </a:lvl1pPr>
    </p:bodyStyle>
    <p:otherStyle/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hyperlink" Target="mailto:corresauthor@bub.ernet.in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CustomShape 1"/>
          <p:cNvSpPr/>
          <p:nvPr/>
        </p:nvSpPr>
        <p:spPr>
          <a:xfrm>
            <a:off x="367918" y="404769"/>
            <a:ext cx="20690812" cy="3009184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accent4">
                <a:lumMod val="75000"/>
              </a:schemeClr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61" name="TextShape 2"/>
          <p:cNvSpPr txBox="1"/>
          <p:nvPr/>
        </p:nvSpPr>
        <p:spPr>
          <a:xfrm>
            <a:off x="581942" y="3628422"/>
            <a:ext cx="6613692" cy="836506"/>
          </a:xfrm>
          <a:prstGeom prst="rect">
            <a:avLst/>
          </a:prstGeom>
          <a:solidFill>
            <a:srgbClr val="D7E4BD"/>
          </a:solidFill>
          <a:ln>
            <a:solidFill>
              <a:srgbClr val="0070C0"/>
            </a:solidFill>
          </a:ln>
        </p:spPr>
        <p:txBody>
          <a:bodyPr lIns="156209" tIns="78359" rIns="156209" bIns="78359" anchor="ctr">
            <a:noAutofit/>
          </a:bodyPr>
          <a:lstStyle/>
          <a:p>
            <a:pPr algn="ctr">
              <a:spcBef>
                <a:spcPts val="625"/>
              </a:spcBef>
              <a:tabLst>
                <a:tab pos="0" algn="l"/>
              </a:tabLst>
            </a:pPr>
            <a:r>
              <a:rPr lang="en-US" sz="3109" b="1" spc="-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Introduction/Abstract (</a:t>
            </a:r>
            <a:r>
              <a:rPr lang="en-IN" sz="3109" dirty="0">
                <a:latin typeface="Times New Roman" panose="02020603050405020304" pitchFamily="18" charset="0"/>
                <a:cs typeface="Times New Roman" panose="02020603050405020304" pitchFamily="18" charset="0"/>
              </a:rPr>
              <a:t>28–36 </a:t>
            </a:r>
            <a:r>
              <a:rPr lang="en-IN" sz="3109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pt</a:t>
            </a:r>
            <a:r>
              <a:rPr lang="en-IN" sz="3109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en-US" sz="3109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2" name="TextShape 3"/>
          <p:cNvSpPr txBox="1"/>
          <p:nvPr/>
        </p:nvSpPr>
        <p:spPr>
          <a:xfrm>
            <a:off x="535230" y="4622664"/>
            <a:ext cx="6660404" cy="6430516"/>
          </a:xfrm>
          <a:prstGeom prst="rect">
            <a:avLst/>
          </a:prstGeom>
          <a:noFill/>
          <a:ln>
            <a:solidFill>
              <a:srgbClr val="0070C0"/>
            </a:solidFill>
          </a:ln>
        </p:spPr>
        <p:txBody>
          <a:bodyPr lIns="156209" tIns="78359" rIns="156209" bIns="78359">
            <a:noAutofit/>
          </a:bodyPr>
          <a:lstStyle/>
          <a:p>
            <a:pPr marL="346509" indent="-346000" algn="just">
              <a:spcBef>
                <a:spcPts val="365"/>
              </a:spcBef>
              <a:tabLst>
                <a:tab pos="0" algn="l"/>
              </a:tabLst>
            </a:pPr>
            <a:r>
              <a:rPr lang="en-US" sz="1823" spc="-1">
                <a:solidFill>
                  <a:srgbClr val="000000"/>
                </a:solidFill>
                <a:latin typeface="Times New Roman"/>
              </a:rPr>
              <a:t>	</a:t>
            </a:r>
          </a:p>
          <a:p>
            <a:pPr marL="346509" indent="-346000" algn="just">
              <a:spcBef>
                <a:spcPts val="365"/>
              </a:spcBef>
              <a:tabLst>
                <a:tab pos="0" algn="l"/>
              </a:tabLst>
            </a:pPr>
            <a:endParaRPr lang="en-US" sz="1823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3" name="TextShape 4"/>
          <p:cNvSpPr txBox="1"/>
          <p:nvPr/>
        </p:nvSpPr>
        <p:spPr>
          <a:xfrm>
            <a:off x="574818" y="11180894"/>
            <a:ext cx="6613692" cy="834471"/>
          </a:xfrm>
          <a:prstGeom prst="rect">
            <a:avLst/>
          </a:prstGeom>
          <a:solidFill>
            <a:srgbClr val="D7E4BD"/>
          </a:solidFill>
          <a:ln>
            <a:solidFill>
              <a:srgbClr val="0070C0"/>
            </a:solidFill>
          </a:ln>
        </p:spPr>
        <p:txBody>
          <a:bodyPr lIns="156209" tIns="78359" rIns="156209" bIns="78359" anchor="ctr">
            <a:noAutofit/>
          </a:bodyPr>
          <a:lstStyle/>
          <a:p>
            <a:pPr algn="ctr">
              <a:spcBef>
                <a:spcPts val="625"/>
              </a:spcBef>
              <a:tabLst>
                <a:tab pos="0" algn="l"/>
              </a:tabLst>
            </a:pPr>
            <a:r>
              <a:rPr lang="en-US" sz="3138" b="1" spc="-1" dirty="0">
                <a:solidFill>
                  <a:srgbClr val="000000"/>
                </a:solidFill>
                <a:latin typeface="Times New Roman"/>
              </a:rPr>
              <a:t>Objectives</a:t>
            </a:r>
            <a:endParaRPr lang="en-US" sz="3138" spc="-1" dirty="0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4" name="TextShape 5"/>
          <p:cNvSpPr txBox="1"/>
          <p:nvPr/>
        </p:nvSpPr>
        <p:spPr>
          <a:xfrm>
            <a:off x="605348" y="12207701"/>
            <a:ext cx="6613692" cy="3620790"/>
          </a:xfrm>
          <a:prstGeom prst="rect">
            <a:avLst/>
          </a:prstGeom>
          <a:noFill/>
          <a:ln>
            <a:solidFill>
              <a:srgbClr val="0070C0"/>
            </a:solidFill>
          </a:ln>
        </p:spPr>
        <p:txBody>
          <a:bodyPr lIns="156209" tIns="78359" rIns="156209" bIns="78359">
            <a:noAutofit/>
          </a:bodyPr>
          <a:lstStyle/>
          <a:p>
            <a:r>
              <a:rPr lang="en-IN" sz="226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Include: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26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primary objective of the study.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26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Specific research questions or hypotheses, where applicable.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26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parameters, materials, systems, or phenomena investigated. (20–28 </a:t>
            </a:r>
            <a:r>
              <a:rPr lang="en-IN" sz="226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pt</a:t>
            </a:r>
            <a:r>
              <a:rPr lang="en-IN" sz="226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</p:txBody>
      </p:sp>
      <p:sp>
        <p:nvSpPr>
          <p:cNvPr id="65" name="TextShape 6"/>
          <p:cNvSpPr txBox="1"/>
          <p:nvPr/>
        </p:nvSpPr>
        <p:spPr>
          <a:xfrm>
            <a:off x="605348" y="15893112"/>
            <a:ext cx="6613692" cy="834471"/>
          </a:xfrm>
          <a:prstGeom prst="rect">
            <a:avLst/>
          </a:prstGeom>
          <a:solidFill>
            <a:srgbClr val="D7E4BD"/>
          </a:solidFill>
          <a:ln>
            <a:solidFill>
              <a:srgbClr val="0070C0"/>
            </a:solidFill>
          </a:ln>
        </p:spPr>
        <p:txBody>
          <a:bodyPr lIns="156209" tIns="78359" rIns="156209" bIns="78359" anchor="ctr">
            <a:noAutofit/>
          </a:bodyPr>
          <a:lstStyle/>
          <a:p>
            <a:pPr algn="ctr">
              <a:spcBef>
                <a:spcPts val="625"/>
              </a:spcBef>
              <a:tabLst>
                <a:tab pos="0" algn="l"/>
              </a:tabLst>
            </a:pPr>
            <a:r>
              <a:rPr lang="en-IN" sz="3109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Methodology / Experimental Setup / Theoretical Framework</a:t>
            </a:r>
            <a:endParaRPr lang="en-US" sz="3109" b="1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6" name="TextShape 7"/>
          <p:cNvSpPr txBox="1"/>
          <p:nvPr/>
        </p:nvSpPr>
        <p:spPr>
          <a:xfrm>
            <a:off x="574818" y="16904144"/>
            <a:ext cx="6613692" cy="12068306"/>
          </a:xfrm>
          <a:prstGeom prst="rect">
            <a:avLst/>
          </a:prstGeom>
          <a:noFill/>
          <a:ln>
            <a:solidFill>
              <a:srgbClr val="0070C0"/>
            </a:solidFill>
          </a:ln>
        </p:spPr>
        <p:txBody>
          <a:bodyPr lIns="156209" tIns="78359" rIns="156209" bIns="78359">
            <a:noAutofit/>
          </a:bodyPr>
          <a:lstStyle/>
          <a:p>
            <a:r>
              <a:rPr lang="en-IN" sz="2261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 experimental studies:</a:t>
            </a:r>
            <a:endParaRPr lang="en-IN" sz="226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IN" sz="226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Materials and samples used.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26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Experimental setup or apparatus.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26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Experimental conditions and parameters.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26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Measurement techniques and instruments.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26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Important experimental procedures.</a:t>
            </a:r>
          </a:p>
          <a:p>
            <a:r>
              <a:rPr lang="en-IN" sz="2261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 theoretical/computational studies:</a:t>
            </a:r>
            <a:endParaRPr lang="en-IN" sz="226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IN" sz="226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Theoretical model or framework.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26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Governing equations or assumptions.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26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Computational/simulation methods.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26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Software or numerical techniques, where relevant.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26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Important input parameters and boundary conditions.</a:t>
            </a:r>
          </a:p>
          <a:p>
            <a:pPr algn="just">
              <a:spcBef>
                <a:spcPts val="452"/>
              </a:spcBef>
              <a:tabLst>
                <a:tab pos="0" algn="l"/>
              </a:tabLst>
            </a:pPr>
            <a:r>
              <a:rPr lang="en-IN" sz="226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(20–28 </a:t>
            </a:r>
            <a:r>
              <a:rPr lang="en-IN" sz="226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pt</a:t>
            </a:r>
            <a:r>
              <a:rPr lang="en-IN" sz="226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en-US" sz="2261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6509" indent="-346000" algn="just">
              <a:spcBef>
                <a:spcPts val="365"/>
              </a:spcBef>
              <a:tabLst>
                <a:tab pos="0" algn="l"/>
              </a:tabLst>
            </a:pPr>
            <a:endParaRPr lang="en-US" sz="2261" spc="-1" dirty="0">
              <a:solidFill>
                <a:srgbClr val="000000"/>
              </a:solidFill>
              <a:latin typeface="Times New Roman"/>
            </a:endParaRPr>
          </a:p>
          <a:p>
            <a:pPr marL="346509" indent="-346000" algn="just">
              <a:spcBef>
                <a:spcPts val="365"/>
              </a:spcBef>
              <a:tabLst>
                <a:tab pos="0" algn="l"/>
              </a:tabLst>
            </a:pPr>
            <a:r>
              <a:rPr lang="en-IN" sz="1823" b="1" spc="-1" dirty="0">
                <a:solidFill>
                  <a:srgbClr val="000000"/>
                </a:solidFill>
                <a:latin typeface="Arial"/>
              </a:rPr>
              <a:t>		      </a:t>
            </a:r>
            <a:endParaRPr lang="en-US" sz="1823" spc="-1" dirty="0">
              <a:solidFill>
                <a:srgbClr val="000000"/>
              </a:solidFill>
              <a:latin typeface="Times New Roman"/>
            </a:endParaRPr>
          </a:p>
          <a:p>
            <a:pPr marL="346509" indent="-346000" algn="just">
              <a:spcBef>
                <a:spcPts val="365"/>
              </a:spcBef>
              <a:tabLst>
                <a:tab pos="0" algn="l"/>
              </a:tabLst>
            </a:pPr>
            <a:endParaRPr lang="en-US" sz="1823" spc="-1" dirty="0">
              <a:solidFill>
                <a:srgbClr val="000000"/>
              </a:solidFill>
              <a:latin typeface="Times New Roman"/>
            </a:endParaRPr>
          </a:p>
          <a:p>
            <a:pPr marL="346509" indent="-346000" algn="just">
              <a:spcAft>
                <a:spcPts val="1105"/>
              </a:spcAft>
              <a:tabLst>
                <a:tab pos="0" algn="l"/>
              </a:tabLst>
            </a:pPr>
            <a:endParaRPr lang="en-US" sz="1823" spc="-1" dirty="0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7" name="TextShape 8"/>
          <p:cNvSpPr txBox="1"/>
          <p:nvPr/>
        </p:nvSpPr>
        <p:spPr>
          <a:xfrm>
            <a:off x="7366090" y="3616211"/>
            <a:ext cx="6613692" cy="836506"/>
          </a:xfrm>
          <a:prstGeom prst="rect">
            <a:avLst/>
          </a:prstGeom>
          <a:solidFill>
            <a:srgbClr val="D7E4BD"/>
          </a:solidFill>
          <a:ln>
            <a:solidFill>
              <a:srgbClr val="0070C0"/>
            </a:solidFill>
          </a:ln>
        </p:spPr>
        <p:txBody>
          <a:bodyPr lIns="156209" tIns="78359" rIns="156209" bIns="78359" anchor="ctr">
            <a:noAutofit/>
          </a:bodyPr>
          <a:lstStyle/>
          <a:p>
            <a:pPr algn="ctr">
              <a:spcBef>
                <a:spcPts val="625"/>
              </a:spcBef>
              <a:tabLst>
                <a:tab pos="0" algn="l"/>
              </a:tabLst>
            </a:pPr>
            <a:r>
              <a:rPr lang="en-US" sz="3138" b="1" spc="-1" dirty="0">
                <a:solidFill>
                  <a:srgbClr val="000000"/>
                </a:solidFill>
                <a:latin typeface="Times New Roman"/>
              </a:rPr>
              <a:t>Results</a:t>
            </a:r>
            <a:endParaRPr lang="en-US" sz="3138" spc="-1" dirty="0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8" name="TextShape 9"/>
          <p:cNvSpPr txBox="1"/>
          <p:nvPr/>
        </p:nvSpPr>
        <p:spPr>
          <a:xfrm>
            <a:off x="14167538" y="13900884"/>
            <a:ext cx="6613692" cy="11670294"/>
          </a:xfrm>
          <a:prstGeom prst="rect">
            <a:avLst/>
          </a:prstGeom>
          <a:noFill/>
          <a:ln>
            <a:solidFill>
              <a:srgbClr val="0070C0"/>
            </a:solidFill>
          </a:ln>
        </p:spPr>
        <p:txBody>
          <a:bodyPr lIns="156209" tIns="78359" rIns="156209" bIns="78359">
            <a:noAutofit/>
          </a:bodyPr>
          <a:lstStyle/>
          <a:p>
            <a:r>
              <a:rPr lang="en-IN" sz="226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Depending on the work, this may include: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26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Funding agencies.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26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Research projects or grants.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26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Host institutions or laboratories.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26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Technical support.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26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Collaborators or research facilities.</a:t>
            </a:r>
          </a:p>
          <a:p>
            <a:r>
              <a:rPr lang="en-IN" sz="226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Keep the acknowledgement brief.</a:t>
            </a:r>
          </a:p>
          <a:p>
            <a:pPr marL="420289" indent="-419780" algn="just">
              <a:spcBef>
                <a:spcPts val="452"/>
              </a:spcBef>
              <a:tabLst>
                <a:tab pos="0" algn="l"/>
              </a:tabLst>
            </a:pPr>
            <a:endParaRPr lang="en-US" sz="2261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20289" indent="-419780" algn="just">
              <a:spcBef>
                <a:spcPts val="452"/>
              </a:spcBef>
              <a:tabLst>
                <a:tab pos="0" algn="l"/>
              </a:tabLst>
            </a:pPr>
            <a:r>
              <a:rPr lang="en-IN" sz="226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(20–28 </a:t>
            </a:r>
            <a:r>
              <a:rPr lang="en-IN" sz="226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pt</a:t>
            </a:r>
            <a:r>
              <a:rPr lang="en-IN" sz="226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en-US" sz="2261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Bef>
                <a:spcPts val="452"/>
              </a:spcBef>
              <a:tabLst>
                <a:tab pos="0" algn="l"/>
              </a:tabLst>
            </a:pPr>
            <a:endParaRPr lang="en-US" sz="2261" spc="-1" dirty="0">
              <a:solidFill>
                <a:srgbClr val="000000"/>
              </a:solidFill>
              <a:latin typeface="Times New Roman"/>
            </a:endParaRPr>
          </a:p>
          <a:p>
            <a:pPr marL="420289" indent="-419780" algn="just">
              <a:tabLst>
                <a:tab pos="0" algn="l"/>
              </a:tabLst>
            </a:pPr>
            <a:endParaRPr lang="en-US" sz="2261" spc="-1" dirty="0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9" name="TextShape 10"/>
          <p:cNvSpPr txBox="1"/>
          <p:nvPr/>
        </p:nvSpPr>
        <p:spPr>
          <a:xfrm>
            <a:off x="14160230" y="3635709"/>
            <a:ext cx="6613692" cy="836506"/>
          </a:xfrm>
          <a:prstGeom prst="rect">
            <a:avLst/>
          </a:prstGeom>
          <a:solidFill>
            <a:srgbClr val="D7E4BD"/>
          </a:solidFill>
          <a:ln>
            <a:solidFill>
              <a:srgbClr val="0070C0"/>
            </a:solidFill>
          </a:ln>
        </p:spPr>
        <p:txBody>
          <a:bodyPr lIns="156209" tIns="78359" rIns="156209" bIns="78359" anchor="ctr">
            <a:noAutofit/>
          </a:bodyPr>
          <a:lstStyle/>
          <a:p>
            <a:pPr algn="ctr">
              <a:spcBef>
                <a:spcPts val="625"/>
              </a:spcBef>
              <a:tabLst>
                <a:tab pos="0" algn="l"/>
              </a:tabLst>
            </a:pPr>
            <a:r>
              <a:rPr lang="en-US" sz="3138" b="1" spc="-1">
                <a:solidFill>
                  <a:srgbClr val="000000"/>
                </a:solidFill>
                <a:latin typeface="Times New Roman"/>
              </a:rPr>
              <a:t>Conclusion</a:t>
            </a:r>
            <a:endParaRPr lang="en-US" sz="3138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0" name="TextShape 11"/>
          <p:cNvSpPr txBox="1"/>
          <p:nvPr/>
        </p:nvSpPr>
        <p:spPr>
          <a:xfrm>
            <a:off x="14160230" y="4594427"/>
            <a:ext cx="6613692" cy="8033311"/>
          </a:xfrm>
          <a:prstGeom prst="rect">
            <a:avLst/>
          </a:prstGeom>
          <a:noFill/>
          <a:ln>
            <a:solidFill>
              <a:srgbClr val="0070C0"/>
            </a:solidFill>
          </a:ln>
        </p:spPr>
        <p:txBody>
          <a:bodyPr lIns="156209" tIns="78359" rIns="156209" bIns="78359">
            <a:noAutofit/>
          </a:bodyPr>
          <a:lstStyle/>
          <a:p>
            <a:r>
              <a:rPr lang="en-IN" sz="226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Summarize the </a:t>
            </a:r>
            <a:r>
              <a:rPr lang="en-IN" sz="2261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outcomes of the research</a:t>
            </a:r>
            <a:r>
              <a:rPr lang="en-IN" sz="226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 a few concise points.</a:t>
            </a:r>
          </a:p>
          <a:p>
            <a:r>
              <a:rPr lang="en-IN" sz="226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Include: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26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major findings.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26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Whether the stated objectives were achieved.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26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most significant scientific or technological outcome.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26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Important quantitative results, where appropriate.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26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Potential applications or implications of the work.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26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Future scope, if relevant.</a:t>
            </a:r>
          </a:p>
          <a:p>
            <a:pPr algn="just">
              <a:spcBef>
                <a:spcPts val="452"/>
              </a:spcBef>
              <a:tabLst>
                <a:tab pos="0" algn="l"/>
              </a:tabLst>
            </a:pPr>
            <a:r>
              <a:rPr lang="en-IN" sz="226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(20–28 </a:t>
            </a:r>
            <a:r>
              <a:rPr lang="en-IN" sz="226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pt</a:t>
            </a:r>
            <a:r>
              <a:rPr lang="en-IN" sz="226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en-US" sz="2261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20289" indent="-419780" algn="just">
              <a:spcBef>
                <a:spcPts val="452"/>
              </a:spcBef>
              <a:buClr>
                <a:srgbClr val="333333"/>
              </a:buClr>
              <a:buFont typeface="Arial"/>
              <a:buChar char="•"/>
            </a:pPr>
            <a:endParaRPr lang="en-US" sz="2261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spcBef>
                <a:spcPts val="365"/>
              </a:spcBef>
            </a:pPr>
            <a:endParaRPr lang="en-US" sz="2261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20289" indent="-419780">
              <a:spcBef>
                <a:spcPts val="365"/>
              </a:spcBef>
              <a:tabLst>
                <a:tab pos="0" algn="l"/>
              </a:tabLst>
            </a:pPr>
            <a:endParaRPr lang="en-US" sz="2261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1" name="TextShape 12"/>
          <p:cNvSpPr txBox="1"/>
          <p:nvPr/>
        </p:nvSpPr>
        <p:spPr>
          <a:xfrm>
            <a:off x="14160230" y="12868305"/>
            <a:ext cx="6613692" cy="834471"/>
          </a:xfrm>
          <a:prstGeom prst="rect">
            <a:avLst/>
          </a:prstGeom>
          <a:solidFill>
            <a:srgbClr val="D7E4BD"/>
          </a:solidFill>
          <a:ln>
            <a:solidFill>
              <a:srgbClr val="0070C0"/>
            </a:solidFill>
          </a:ln>
        </p:spPr>
        <p:txBody>
          <a:bodyPr lIns="156209" tIns="78359" rIns="156209" bIns="78359" anchor="ctr">
            <a:noAutofit/>
          </a:bodyPr>
          <a:lstStyle/>
          <a:p>
            <a:pPr algn="ctr">
              <a:spcBef>
                <a:spcPts val="625"/>
              </a:spcBef>
              <a:tabLst>
                <a:tab pos="0" algn="l"/>
              </a:tabLst>
            </a:pPr>
            <a:r>
              <a:rPr lang="en-US" sz="3138" b="1" spc="-1" dirty="0">
                <a:solidFill>
                  <a:srgbClr val="000000"/>
                </a:solidFill>
                <a:latin typeface="Times New Roman"/>
              </a:rPr>
              <a:t>Acknowledgements</a:t>
            </a:r>
            <a:endParaRPr lang="en-US" sz="3138" spc="-1" dirty="0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2" name="TextShape 13"/>
          <p:cNvSpPr txBox="1"/>
          <p:nvPr/>
        </p:nvSpPr>
        <p:spPr>
          <a:xfrm>
            <a:off x="7371178" y="4619102"/>
            <a:ext cx="6613692" cy="24353348"/>
          </a:xfrm>
          <a:prstGeom prst="rect">
            <a:avLst/>
          </a:prstGeom>
          <a:noFill/>
          <a:ln>
            <a:solidFill>
              <a:srgbClr val="0070C0"/>
            </a:solidFill>
          </a:ln>
        </p:spPr>
        <p:txBody>
          <a:bodyPr lIns="156209" tIns="78359" rIns="156209" bIns="78359">
            <a:noAutofit/>
          </a:bodyPr>
          <a:lstStyle/>
          <a:p>
            <a:r>
              <a:rPr lang="en-IN" sz="226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Present the important findings of the research using: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26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Graphs and plots.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26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Tables.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26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Microscopy/spectroscopy images.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26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Experimental photographs.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26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Simulation results.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26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Comparative diagrams.</a:t>
            </a:r>
            <a:endParaRPr lang="en-US" sz="2261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Bef>
                <a:spcPts val="452"/>
              </a:spcBef>
              <a:tabLst>
                <a:tab pos="0" algn="l"/>
              </a:tabLst>
            </a:pPr>
            <a:r>
              <a:rPr lang="en-IN" sz="226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(20–28 </a:t>
            </a:r>
            <a:r>
              <a:rPr lang="en-IN" sz="226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pt</a:t>
            </a:r>
            <a:r>
              <a:rPr lang="en-IN" sz="226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en-US" sz="2261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Bef>
                <a:spcPts val="452"/>
              </a:spcBef>
              <a:tabLst>
                <a:tab pos="0" algn="l"/>
              </a:tabLst>
            </a:pPr>
            <a:endParaRPr lang="en-US" sz="2261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Bef>
                <a:spcPts val="365"/>
              </a:spcBef>
              <a:tabLst>
                <a:tab pos="0" algn="l"/>
              </a:tabLst>
            </a:pPr>
            <a:endParaRPr lang="en-US" sz="2261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Bef>
                <a:spcPts val="365"/>
              </a:spcBef>
              <a:tabLst>
                <a:tab pos="0" algn="l"/>
              </a:tabLst>
            </a:pPr>
            <a:endParaRPr lang="en-US" sz="2261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Bef>
                <a:spcPts val="365"/>
              </a:spcBef>
              <a:tabLst>
                <a:tab pos="0" algn="l"/>
              </a:tabLst>
            </a:pPr>
            <a:endParaRPr lang="en-US" sz="2261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Bef>
                <a:spcPts val="365"/>
              </a:spcBef>
              <a:tabLst>
                <a:tab pos="0" algn="l"/>
              </a:tabLst>
            </a:pPr>
            <a:endParaRPr lang="en-US" sz="2261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Bef>
                <a:spcPts val="365"/>
              </a:spcBef>
              <a:tabLst>
                <a:tab pos="0" algn="l"/>
              </a:tabLst>
            </a:pPr>
            <a:endParaRPr lang="en-US" sz="2261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Bef>
                <a:spcPts val="365"/>
              </a:spcBef>
              <a:tabLst>
                <a:tab pos="0" algn="l"/>
              </a:tabLst>
            </a:pPr>
            <a:endParaRPr lang="en-US" sz="2261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Bef>
                <a:spcPts val="365"/>
              </a:spcBef>
              <a:tabLst>
                <a:tab pos="0" algn="l"/>
              </a:tabLst>
            </a:pPr>
            <a:endParaRPr lang="en-US" sz="2261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Bef>
                <a:spcPts val="365"/>
              </a:spcBef>
              <a:tabLst>
                <a:tab pos="0" algn="l"/>
              </a:tabLst>
            </a:pPr>
            <a:endParaRPr lang="en-US" sz="2261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Bef>
                <a:spcPts val="365"/>
              </a:spcBef>
              <a:tabLst>
                <a:tab pos="0" algn="l"/>
              </a:tabLst>
            </a:pPr>
            <a:endParaRPr lang="en-US" sz="2261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Bef>
                <a:spcPts val="365"/>
              </a:spcBef>
              <a:tabLst>
                <a:tab pos="0" algn="l"/>
              </a:tabLst>
            </a:pPr>
            <a:endParaRPr lang="en-US" sz="2261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Bef>
                <a:spcPts val="365"/>
              </a:spcBef>
              <a:tabLst>
                <a:tab pos="0" algn="l"/>
              </a:tabLst>
            </a:pPr>
            <a:endParaRPr lang="en-US" sz="2261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Bef>
                <a:spcPts val="365"/>
              </a:spcBef>
              <a:tabLst>
                <a:tab pos="0" algn="l"/>
              </a:tabLst>
            </a:pPr>
            <a:endParaRPr lang="en-US" sz="2261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Bef>
                <a:spcPts val="365"/>
              </a:spcBef>
              <a:tabLst>
                <a:tab pos="0" algn="l"/>
              </a:tabLst>
            </a:pPr>
            <a:endParaRPr lang="en-US" sz="2261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Bef>
                <a:spcPts val="365"/>
              </a:spcBef>
              <a:tabLst>
                <a:tab pos="0" algn="l"/>
              </a:tabLst>
            </a:pPr>
            <a:endParaRPr lang="en-US" sz="2261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Bef>
                <a:spcPts val="365"/>
              </a:spcBef>
              <a:tabLst>
                <a:tab pos="0" algn="l"/>
              </a:tabLst>
            </a:pPr>
            <a:endParaRPr lang="en-US" sz="2261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Bef>
                <a:spcPts val="365"/>
              </a:spcBef>
              <a:tabLst>
                <a:tab pos="0" algn="l"/>
              </a:tabLst>
            </a:pPr>
            <a:endParaRPr lang="en-US" sz="2261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Bef>
                <a:spcPts val="365"/>
              </a:spcBef>
              <a:tabLst>
                <a:tab pos="0" algn="l"/>
              </a:tabLst>
            </a:pPr>
            <a:endParaRPr lang="en-US" sz="2261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Bef>
                <a:spcPts val="365"/>
              </a:spcBef>
              <a:tabLst>
                <a:tab pos="0" algn="l"/>
              </a:tabLst>
            </a:pPr>
            <a:endParaRPr lang="en-US" sz="2261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Bef>
                <a:spcPts val="365"/>
              </a:spcBef>
              <a:tabLst>
                <a:tab pos="0" algn="l"/>
              </a:tabLst>
            </a:pPr>
            <a:endParaRPr lang="en-US" sz="2261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3" name="CustomShape 14"/>
          <p:cNvSpPr/>
          <p:nvPr/>
        </p:nvSpPr>
        <p:spPr>
          <a:xfrm>
            <a:off x="14167538" y="26759152"/>
            <a:ext cx="6663490" cy="2175046"/>
          </a:xfrm>
          <a:prstGeom prst="rect">
            <a:avLst/>
          </a:prstGeom>
          <a:noFill/>
          <a:ln>
            <a:solidFill>
              <a:srgbClr val="0070C0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50374" tIns="24932" rIns="50374" bIns="24932" anchor="ctr">
            <a:noAutofit/>
          </a:bodyPr>
          <a:lstStyle/>
          <a:p>
            <a:pPr marL="420289" indent="-419780" algn="just">
              <a:spcBef>
                <a:spcPts val="452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IN" sz="1800" spc="-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Australian Bureau of Statistics. (2008). </a:t>
            </a:r>
            <a:r>
              <a:rPr lang="en-IN" sz="1800" i="1" spc="-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Childhood education and care (No. 4402.0)</a:t>
            </a:r>
            <a:r>
              <a:rPr lang="en-IN" sz="1800" spc="-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Retrieved from 	(</a:t>
            </a:r>
            <a:r>
              <a:rPr lang="en-US" sz="1800" spc="-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sample only, follow the pattern)</a:t>
            </a:r>
          </a:p>
          <a:p>
            <a:pPr marL="420289" indent="-419780" algn="just">
              <a:spcBef>
                <a:spcPts val="452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Include only the </a:t>
            </a:r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most relevant references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supporting the research.</a:t>
            </a:r>
            <a:endParaRPr lang="en-US" sz="1800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20289" indent="-419780" algn="just">
              <a:spcBef>
                <a:spcPts val="452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3–5 key references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are sufficient for a conference poster unless the nature of the research requires more.</a:t>
            </a:r>
            <a:endParaRPr lang="en-US" sz="1800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4" name="CustomShape 15"/>
          <p:cNvSpPr/>
          <p:nvPr/>
        </p:nvSpPr>
        <p:spPr>
          <a:xfrm>
            <a:off x="327530" y="3477810"/>
            <a:ext cx="20690812" cy="26494966"/>
          </a:xfrm>
          <a:prstGeom prst="rect">
            <a:avLst/>
          </a:prstGeom>
          <a:noFill/>
          <a:ln w="38160">
            <a:solidFill>
              <a:srgbClr val="0070C0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75" name="CustomShape 16"/>
          <p:cNvSpPr/>
          <p:nvPr/>
        </p:nvSpPr>
        <p:spPr>
          <a:xfrm>
            <a:off x="3477645" y="623612"/>
            <a:ext cx="15054116" cy="1112885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127206" tIns="63603" rIns="127206" bIns="63603">
            <a:spAutoFit/>
          </a:bodyPr>
          <a:lstStyle/>
          <a:p>
            <a:pPr algn="ctr"/>
            <a:r>
              <a:rPr lang="en-IN" sz="3597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Paper Title (Sample Poster; Size:</a:t>
            </a:r>
            <a:r>
              <a:rPr lang="en-IN" sz="3597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3597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A1</a:t>
            </a:r>
            <a:r>
              <a:rPr lang="en-IN" sz="3597" dirty="0">
                <a:latin typeface="Times New Roman" panose="02020603050405020304" pitchFamily="18" charset="0"/>
                <a:cs typeface="Times New Roman" panose="02020603050405020304" pitchFamily="18" charset="0"/>
              </a:rPr>
              <a:t>; </a:t>
            </a:r>
            <a:r>
              <a:rPr lang="en-IN" sz="3597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font 36–40 </a:t>
            </a:r>
            <a:r>
              <a:rPr lang="en-IN" sz="3597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pt</a:t>
            </a:r>
            <a:r>
              <a:rPr lang="en-IN" sz="3597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en-IN" sz="3597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First Author (Initial. Name)</a:t>
            </a:r>
            <a:r>
              <a:rPr lang="en-IN" sz="2800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1*</a:t>
            </a: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Second Author</a:t>
            </a:r>
            <a:r>
              <a:rPr lang="en-IN" sz="2800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Third Author</a:t>
            </a:r>
            <a:r>
              <a:rPr lang="en-IN" sz="2800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 </a:t>
            </a: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(Times New Roman font 28-32 </a:t>
            </a:r>
            <a:r>
              <a:rPr lang="en-IN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pt</a:t>
            </a: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</p:txBody>
      </p:sp>
      <p:sp>
        <p:nvSpPr>
          <p:cNvPr id="76" name="CustomShape 17"/>
          <p:cNvSpPr/>
          <p:nvPr/>
        </p:nvSpPr>
        <p:spPr>
          <a:xfrm>
            <a:off x="4935997" y="1670720"/>
            <a:ext cx="11511630" cy="1236444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27206" tIns="63603" rIns="127206" bIns="63603">
            <a:spAutoFit/>
          </a:bodyPr>
          <a:lstStyle/>
          <a:p>
            <a:pPr algn="ctr"/>
            <a:r>
              <a:rPr lang="en-IN" sz="2400" i="1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 </a:t>
            </a:r>
            <a:r>
              <a:rPr lang="en-IN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Department, Institution, City, Country (24pt)</a:t>
            </a:r>
          </a:p>
          <a:p>
            <a:pPr algn="ctr"/>
            <a:r>
              <a:rPr lang="en-IN" sz="2400" i="1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 </a:t>
            </a:r>
            <a:r>
              <a:rPr lang="en-IN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Department, Institution, City, Country</a:t>
            </a:r>
          </a:p>
          <a:p>
            <a:pPr algn="ctr"/>
            <a:r>
              <a:rPr lang="en-IN" sz="2400" i="1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IN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Department, Institution, City, Country</a:t>
            </a:r>
          </a:p>
        </p:txBody>
      </p:sp>
      <p:sp>
        <p:nvSpPr>
          <p:cNvPr id="77" name="CustomShape 18"/>
          <p:cNvSpPr/>
          <p:nvPr/>
        </p:nvSpPr>
        <p:spPr>
          <a:xfrm>
            <a:off x="823449" y="4926713"/>
            <a:ext cx="6293133" cy="3955522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127206" tIns="63603" rIns="127206" bIns="63603">
            <a:spAutoFit/>
          </a:bodyPr>
          <a:lstStyle/>
          <a:p>
            <a:r>
              <a:rPr lang="en-IN" sz="226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Briefly introduce the scientific problem, research area, and motivation behind the work.</a:t>
            </a:r>
          </a:p>
          <a:p>
            <a:r>
              <a:rPr lang="en-IN" sz="226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Include: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26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Relevant background and context of the study.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26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scientific or technological problem being addressed.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26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Why the problem is important or relevant.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26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brief mention of the existing knowledge or research gap.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26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specific motivation for undertaking the present work. (20–28 </a:t>
            </a:r>
            <a:r>
              <a:rPr lang="en-IN" sz="226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pt</a:t>
            </a:r>
            <a:r>
              <a:rPr lang="en-IN" sz="226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</p:txBody>
      </p:sp>
      <p:sp>
        <p:nvSpPr>
          <p:cNvPr id="79" name="CustomShape 20"/>
          <p:cNvSpPr/>
          <p:nvPr/>
        </p:nvSpPr>
        <p:spPr>
          <a:xfrm>
            <a:off x="7888398" y="20170184"/>
            <a:ext cx="5828921" cy="4685250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 w="76320">
            <a:solidFill>
              <a:schemeClr val="tx1">
                <a:lumMod val="50000"/>
                <a:lumOff val="50000"/>
              </a:schemeClr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127206" tIns="63603" rIns="127206" bIns="63603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 figures, graphs, diagrams, photographs, and tables wherever appropriate.</a:t>
            </a:r>
          </a:p>
          <a:p>
            <a:pPr algn="ctr">
              <a:lnSpc>
                <a:spcPct val="100000"/>
              </a:lnSpc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Figure/table captions: 18–22 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pt</a:t>
            </a:r>
            <a:endParaRPr lang="en-IN" sz="2000" spc="-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>
              <a:lnSpc>
                <a:spcPct val="100000"/>
              </a:lnSpc>
            </a:pPr>
            <a:endParaRPr lang="en-IN" sz="2827" spc="-1" dirty="0">
              <a:latin typeface="Arial"/>
            </a:endParaRPr>
          </a:p>
        </p:txBody>
      </p:sp>
      <p:sp>
        <p:nvSpPr>
          <p:cNvPr id="80" name="CustomShape 21"/>
          <p:cNvSpPr/>
          <p:nvPr/>
        </p:nvSpPr>
        <p:spPr>
          <a:xfrm>
            <a:off x="1240384" y="22823780"/>
            <a:ext cx="5672319" cy="468525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76320">
            <a:solidFill>
              <a:schemeClr val="tx1">
                <a:lumMod val="50000"/>
                <a:lumOff val="50000"/>
              </a:schemeClr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127206" tIns="63603" rIns="127206" bIns="63603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 figures, graphs, diagrams, photographs, and tables wherever appropriate.</a:t>
            </a:r>
          </a:p>
          <a:p>
            <a:pPr algn="ctr">
              <a:lnSpc>
                <a:spcPct val="100000"/>
              </a:lnSpc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Figure/table captions: 18–22 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pt</a:t>
            </a:r>
            <a:endParaRPr lang="en-IN" sz="2000" spc="-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1BC7F56-EC6A-BE31-E00D-663E0CE6E570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2832" y="661758"/>
            <a:ext cx="2242666" cy="2242666"/>
          </a:xfrm>
          <a:prstGeom prst="rect">
            <a:avLst/>
          </a:prstGeom>
        </p:spPr>
      </p:pic>
      <p:sp>
        <p:nvSpPr>
          <p:cNvPr id="5" name="CustomShape 16">
            <a:extLst>
              <a:ext uri="{FF2B5EF4-FFF2-40B4-BE49-F238E27FC236}">
                <a16:creationId xmlns:a16="http://schemas.microsoft.com/office/drawing/2014/main" id="{5AAB574C-42F1-0D82-4E51-8073756D3209}"/>
              </a:ext>
            </a:extLst>
          </p:cNvPr>
          <p:cNvSpPr/>
          <p:nvPr/>
        </p:nvSpPr>
        <p:spPr>
          <a:xfrm>
            <a:off x="3300412" y="2836499"/>
            <a:ext cx="19917245" cy="436225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127206" tIns="63603" rIns="127206" bIns="63603">
            <a:spAutoFit/>
          </a:bodyPr>
          <a:lstStyle/>
          <a:p>
            <a:pPr algn="just"/>
            <a:r>
              <a:rPr lang="en-IN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* Corresponding author. Tel: +918022961234, Fax: + 918023211234, E-mail: </a:t>
            </a:r>
            <a:r>
              <a:rPr lang="en-IN" sz="2000" i="1" u="sng" dirty="0">
                <a:latin typeface="Times New Roman" panose="02020603050405020304" pitchFamily="18" charset="0"/>
                <a:cs typeface="Times New Roman" panose="02020603050405020304" pitchFamily="18" charset="0"/>
                <a:hlinkClick r:id="rId4"/>
              </a:rPr>
              <a:t>corresauthor@bub.ernet.in</a:t>
            </a:r>
            <a:r>
              <a:rPr lang="en-IN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(Times New Roman font 20 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pt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E99B3266-2A5B-4506-E94A-D175A85C22C2}"/>
              </a:ext>
            </a:extLst>
          </p:cNvPr>
          <p:cNvSpPr/>
          <p:nvPr/>
        </p:nvSpPr>
        <p:spPr>
          <a:xfrm>
            <a:off x="18443679" y="567938"/>
            <a:ext cx="2402902" cy="2336486"/>
          </a:xfrm>
          <a:prstGeom prst="ellipse">
            <a:avLst/>
          </a:prstGeom>
          <a:solidFill>
            <a:schemeClr val="tx2">
              <a:lumMod val="50000"/>
            </a:schemeClr>
          </a:solidFill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597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58A1565-F192-11DF-A04E-B5604EF5E8B4}"/>
              </a:ext>
            </a:extLst>
          </p:cNvPr>
          <p:cNvSpPr txBox="1"/>
          <p:nvPr/>
        </p:nvSpPr>
        <p:spPr>
          <a:xfrm>
            <a:off x="18531761" y="1241608"/>
            <a:ext cx="2226737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>
                <a:solidFill>
                  <a:schemeClr val="bg1">
                    <a:lumMod val="9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Place your institution</a:t>
            </a:r>
          </a:p>
          <a:p>
            <a:pPr algn="ctr"/>
            <a:r>
              <a:rPr lang="en-US" sz="2000" dirty="0">
                <a:solidFill>
                  <a:schemeClr val="bg1">
                    <a:lumMod val="9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Logo </a:t>
            </a:r>
          </a:p>
        </p:txBody>
      </p:sp>
      <p:sp>
        <p:nvSpPr>
          <p:cNvPr id="7" name="TextShape 12">
            <a:extLst>
              <a:ext uri="{FF2B5EF4-FFF2-40B4-BE49-F238E27FC236}">
                <a16:creationId xmlns:a16="http://schemas.microsoft.com/office/drawing/2014/main" id="{3D9FB03F-7C92-07BB-9D8E-CE3521950014}"/>
              </a:ext>
            </a:extLst>
          </p:cNvPr>
          <p:cNvSpPr txBox="1"/>
          <p:nvPr/>
        </p:nvSpPr>
        <p:spPr>
          <a:xfrm>
            <a:off x="14160414" y="25758639"/>
            <a:ext cx="6648394" cy="834471"/>
          </a:xfrm>
          <a:prstGeom prst="rect">
            <a:avLst/>
          </a:prstGeom>
          <a:solidFill>
            <a:srgbClr val="D7E4BD"/>
          </a:solidFill>
          <a:ln>
            <a:solidFill>
              <a:srgbClr val="0070C0"/>
            </a:solidFill>
          </a:ln>
        </p:spPr>
        <p:txBody>
          <a:bodyPr lIns="156209" tIns="78359" rIns="156209" bIns="78359" anchor="ctr">
            <a:noAutofit/>
          </a:bodyPr>
          <a:lstStyle/>
          <a:p>
            <a:pPr algn="ctr">
              <a:spcBef>
                <a:spcPts val="625"/>
              </a:spcBef>
              <a:tabLst>
                <a:tab pos="0" algn="l"/>
              </a:tabLst>
            </a:pPr>
            <a:r>
              <a:rPr lang="en-US" sz="3138" b="1" spc="-1" dirty="0">
                <a:solidFill>
                  <a:srgbClr val="000000"/>
                </a:solidFill>
                <a:latin typeface="Times New Roman"/>
              </a:rPr>
              <a:t>References</a:t>
            </a:r>
            <a:endParaRPr lang="en-US" sz="3138" spc="-1" dirty="0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" name="CustomShape 14">
            <a:extLst>
              <a:ext uri="{FF2B5EF4-FFF2-40B4-BE49-F238E27FC236}">
                <a16:creationId xmlns:a16="http://schemas.microsoft.com/office/drawing/2014/main" id="{F670B2EC-C69E-023D-DBB3-394D7D1A6B15}"/>
              </a:ext>
            </a:extLst>
          </p:cNvPr>
          <p:cNvSpPr/>
          <p:nvPr/>
        </p:nvSpPr>
        <p:spPr>
          <a:xfrm>
            <a:off x="555023" y="29057305"/>
            <a:ext cx="20273578" cy="748432"/>
          </a:xfrm>
          <a:prstGeom prst="rect">
            <a:avLst/>
          </a:prstGeom>
          <a:noFill/>
          <a:ln>
            <a:solidFill>
              <a:srgbClr val="0070C0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50374" tIns="24932" rIns="50374" bIns="24932" anchor="ctr">
            <a:noAutofit/>
          </a:bodyPr>
          <a:lstStyle/>
          <a:p>
            <a:pPr algn="ctr"/>
            <a:r>
              <a:rPr lang="en-US" sz="28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20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IN" sz="2000" b="1" baseline="300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</a:t>
            </a:r>
            <a:r>
              <a:rPr lang="en-IN" sz="20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 International Conference on Advances in Physical Sciences &amp; Technologies</a:t>
            </a:r>
            <a:r>
              <a:rPr lang="en-US" sz="20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(ICAPST-2026)</a:t>
            </a:r>
          </a:p>
          <a:p>
            <a:pPr algn="ctr">
              <a:tabLst>
                <a:tab pos="0" algn="l"/>
              </a:tabLst>
            </a:pPr>
            <a:r>
              <a:rPr lang="en-IN" sz="2000" b="1" spc="-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October 22-24, 2026, University of Rajasthan, Jaipur, Rajasthan</a:t>
            </a:r>
            <a:endParaRPr lang="en-IN" sz="2000" spc="-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CustomShape 20">
            <a:extLst>
              <a:ext uri="{FF2B5EF4-FFF2-40B4-BE49-F238E27FC236}">
                <a16:creationId xmlns:a16="http://schemas.microsoft.com/office/drawing/2014/main" id="{1A3E7029-7743-2C26-9EF2-FB8C64F1509A}"/>
              </a:ext>
            </a:extLst>
          </p:cNvPr>
          <p:cNvSpPr/>
          <p:nvPr/>
        </p:nvSpPr>
        <p:spPr>
          <a:xfrm>
            <a:off x="7790785" y="8882235"/>
            <a:ext cx="5828921" cy="9941571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/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lIns="127206" tIns="63603" rIns="127206" bIns="63603" anchor="ctr">
            <a:noAutofit/>
          </a:bodyPr>
          <a:lstStyle/>
          <a:p>
            <a:pPr algn="ctr">
              <a:lnSpc>
                <a:spcPct val="100000"/>
              </a:lnSpc>
            </a:pPr>
            <a:endParaRPr lang="en-IN" sz="2800" b="1" spc="-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>
              <a:lnSpc>
                <a:spcPct val="100000"/>
              </a:lnSpc>
            </a:pPr>
            <a:endParaRPr lang="en-IN" sz="2800" b="1" spc="-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>
              <a:lnSpc>
                <a:spcPct val="100000"/>
              </a:lnSpc>
            </a:pPr>
            <a:endParaRPr lang="en-IN" sz="2800" b="1" spc="-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>
              <a:lnSpc>
                <a:spcPct val="100000"/>
              </a:lnSpc>
            </a:pPr>
            <a:endParaRPr lang="en-IN" sz="2800" b="1" spc="-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>
              <a:lnSpc>
                <a:spcPct val="100000"/>
              </a:lnSpc>
            </a:pPr>
            <a:endParaRPr lang="en-IN" sz="2800" b="1" spc="-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>
              <a:lnSpc>
                <a:spcPct val="100000"/>
              </a:lnSpc>
            </a:pPr>
            <a:endParaRPr lang="en-IN" sz="2800" b="1" spc="-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>
              <a:lnSpc>
                <a:spcPct val="100000"/>
              </a:lnSpc>
            </a:pPr>
            <a:endParaRPr lang="en-IN" sz="2800" b="1" spc="-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>
              <a:lnSpc>
                <a:spcPct val="100000"/>
              </a:lnSpc>
            </a:pPr>
            <a:r>
              <a:rPr lang="en-IN" sz="2800" b="1" spc="-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Main instructions: </a:t>
            </a:r>
          </a:p>
          <a:p>
            <a:pPr algn="ctr">
              <a:lnSpc>
                <a:spcPct val="100000"/>
              </a:lnSpc>
            </a:pPr>
            <a:endParaRPr lang="en-IN" sz="2800" b="1" spc="-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</a:pPr>
            <a:r>
              <a:rPr lang="en-IN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Poster Size:</a:t>
            </a:r>
            <a:r>
              <a:rPr lang="en-IN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A1 (594 × 841 mm)</a:t>
            </a:r>
          </a:p>
          <a:p>
            <a:pPr>
              <a:lnSpc>
                <a:spcPct val="100000"/>
              </a:lnSpc>
            </a:pPr>
            <a:endParaRPr lang="en-IN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</a:pPr>
            <a:r>
              <a:rPr lang="en-IN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Orientation:</a:t>
            </a:r>
            <a:r>
              <a:rPr lang="en-IN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Portrait</a:t>
            </a:r>
          </a:p>
          <a:p>
            <a:pPr>
              <a:lnSpc>
                <a:spcPct val="100000"/>
              </a:lnSpc>
            </a:pPr>
            <a:endParaRPr lang="en-IN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</a:pPr>
            <a:r>
              <a:rPr lang="en-IN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Conference Logo:</a:t>
            </a:r>
            <a:r>
              <a:rPr lang="en-IN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The official ICAPST 2026 logo should be placed at the top-left corner of the poster. The participant's institutional logo should be placed at the top-right corner. Keep both logos similar in visual size and aligned horizontally.</a:t>
            </a:r>
          </a:p>
          <a:p>
            <a:pPr>
              <a:lnSpc>
                <a:spcPct val="100000"/>
              </a:lnSpc>
            </a:pPr>
            <a:endParaRPr lang="en-IN" sz="2400" spc="-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</a:pPr>
            <a:r>
              <a:rPr lang="en-IN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Recommended font style</a:t>
            </a:r>
            <a:r>
              <a:rPr lang="en-IN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Times New Roman. Use justified alignment</a:t>
            </a:r>
          </a:p>
          <a:p>
            <a:pPr>
              <a:lnSpc>
                <a:spcPct val="100000"/>
              </a:lnSpc>
            </a:pPr>
            <a:endParaRPr lang="en-IN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</a:pPr>
            <a:r>
              <a:rPr lang="en-IN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Poster Colour</a:t>
            </a:r>
            <a:r>
              <a:rPr lang="en-IN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Use a clean, professional, and scientifically appropriate colour scheme.</a:t>
            </a:r>
          </a:p>
          <a:p>
            <a:pPr>
              <a:lnSpc>
                <a:spcPct val="100000"/>
              </a:lnSpc>
            </a:pPr>
            <a:r>
              <a:rPr lang="en-IN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Prefer a light or white background with dark text for maximum readability.</a:t>
            </a:r>
          </a:p>
          <a:p>
            <a:pPr>
              <a:lnSpc>
                <a:spcPct val="100000"/>
              </a:lnSpc>
            </a:pPr>
            <a:endParaRPr lang="en-IN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</a:pPr>
            <a:r>
              <a:rPr lang="en-IN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Figure Size &amp; Visual Guidelines: </a:t>
            </a:r>
            <a:r>
              <a:rPr lang="en-IN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Use high-resolution figures and images, Figures should be large enough to be clearly visible from 1–2 metres away.</a:t>
            </a:r>
          </a:p>
          <a:p>
            <a:pPr>
              <a:lnSpc>
                <a:spcPct val="100000"/>
              </a:lnSpc>
            </a:pPr>
            <a:endParaRPr lang="en-IN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</a:pPr>
            <a:endParaRPr lang="en-IN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</a:pPr>
            <a:endParaRPr lang="en-IN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</a:pPr>
            <a:endParaRPr lang="en-IN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</a:pPr>
            <a:endParaRPr lang="en-IN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</a:pPr>
            <a:endParaRPr lang="en-IN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</a:pPr>
            <a:endParaRPr lang="en-IN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</a:pPr>
            <a:endParaRPr lang="en-IN" sz="3600" spc="-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1890</TotalTime>
  <Words>666</Words>
  <Application>Microsoft Macintosh PowerPoint</Application>
  <PresentationFormat>Custom</PresentationFormat>
  <Paragraphs>124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Arial</vt:lpstr>
      <vt:lpstr>Symbol</vt:lpstr>
      <vt:lpstr>Times New Roman</vt:lpstr>
      <vt:lpstr>Wingdings</vt:lpstr>
      <vt:lpstr>Office Theme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subject/>
  <dc:creator>Daniel Viens</dc:creator>
  <dc:description/>
  <cp:lastModifiedBy>mohsin khan</cp:lastModifiedBy>
  <cp:revision>169</cp:revision>
  <cp:lastPrinted>2016-10-19T06:21:06Z</cp:lastPrinted>
  <dcterms:created xsi:type="dcterms:W3CDTF">2013-01-28T22:40:39Z</dcterms:created>
  <dcterms:modified xsi:type="dcterms:W3CDTF">2026-09-20T17:03:45Z</dcterms:modified>
  <dc:language>en-IN</dc:languag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ppVersion">
    <vt:lpwstr>16.0000</vt:lpwstr>
  </property>
  <property fmtid="{D5CDD505-2E9C-101B-9397-08002B2CF9AE}" pid="3" name="HiddenSlides">
    <vt:i4>0</vt:i4>
  </property>
  <property fmtid="{D5CDD505-2E9C-101B-9397-08002B2CF9AE}" pid="4" name="HyperlinksChanged">
    <vt:bool>false</vt:bool>
  </property>
  <property fmtid="{D5CDD505-2E9C-101B-9397-08002B2CF9AE}" pid="5" name="LinksUpToDate">
    <vt:bool>false</vt:bool>
  </property>
  <property fmtid="{D5CDD505-2E9C-101B-9397-08002B2CF9AE}" pid="6" name="MMClips">
    <vt:i4>0</vt:i4>
  </property>
  <property fmtid="{D5CDD505-2E9C-101B-9397-08002B2CF9AE}" pid="7" name="Notes">
    <vt:i4>1</vt:i4>
  </property>
  <property fmtid="{D5CDD505-2E9C-101B-9397-08002B2CF9AE}" pid="8" name="PresentationFormat">
    <vt:lpwstr>Custom</vt:lpwstr>
  </property>
  <property fmtid="{D5CDD505-2E9C-101B-9397-08002B2CF9AE}" pid="9" name="ScaleCrop">
    <vt:bool>false</vt:bool>
  </property>
  <property fmtid="{D5CDD505-2E9C-101B-9397-08002B2CF9AE}" pid="10" name="ShareDoc">
    <vt:bool>false</vt:bool>
  </property>
  <property fmtid="{D5CDD505-2E9C-101B-9397-08002B2CF9AE}" pid="11" name="Slides">
    <vt:i4>1</vt:i4>
  </property>
</Properties>
</file>